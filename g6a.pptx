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1.xml"/><Relationship Id="rId11" Type="http://schemas.openxmlformats.org/officeDocument/2006/relationships/slide" Target="slide19.xml"/><Relationship Id="rId14" Type="http://schemas.openxmlformats.org/officeDocument/2006/relationships/slide" Target="slide27.xml"/><Relationship Id="rId17" Type="http://schemas.openxmlformats.org/officeDocument/2006/relationships/slide" Target="slide34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audio" Target="../media/media-14-6.mp3"/><Relationship Id="rId8" Type="http://schemas.microsoft.com/office/2007/relationships/media" Target="../media/media-14-6.mp3"/><Relationship Id="rId9" Type="http://schemas.openxmlformats.org/officeDocument/2006/relationships/image" Target="../media/image-6-8.png"/><Relationship Id="rId10" Type="http://schemas.openxmlformats.org/officeDocument/2006/relationships/audio" Target="../media/media-14-9.mp3"/><Relationship Id="rId11" Type="http://schemas.microsoft.com/office/2007/relationships/media" Target="../media/media-14-9.mp3"/><Relationship Id="rId12" Type="http://schemas.openxmlformats.org/officeDocument/2006/relationships/image" Target="../media/image-6-8.png"/><Relationship Id="rId13" Type="http://schemas.openxmlformats.org/officeDocument/2006/relationships/audio" Target="../media/media-14-12.mp3"/><Relationship Id="rId14" Type="http://schemas.microsoft.com/office/2007/relationships/media" Target="../media/media-14-12.mp3"/><Relationship Id="rId15" Type="http://schemas.openxmlformats.org/officeDocument/2006/relationships/image" Target="../media/image-6-8.png"/><Relationship Id="rId16" Type="http://schemas.openxmlformats.org/officeDocument/2006/relationships/audio" Target="../media/media-14-15.mp3"/><Relationship Id="rId17" Type="http://schemas.microsoft.com/office/2007/relationships/media" Target="../media/media-14-15.mp3"/><Relationship Id="rId18" Type="http://schemas.openxmlformats.org/officeDocument/2006/relationships/image" Target="../media/image-6-8.png"/><Relationship Id="rId19" Type="http://schemas.openxmlformats.org/officeDocument/2006/relationships/audio" Target="../media/media-14-18.mp3"/><Relationship Id="rId20" Type="http://schemas.microsoft.com/office/2007/relationships/media" Target="../media/media-1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audio" Target="../media/media-22-6.mp3"/><Relationship Id="rId8" Type="http://schemas.microsoft.com/office/2007/relationships/media" Target="../media/media-22-6.mp3"/><Relationship Id="rId9" Type="http://schemas.openxmlformats.org/officeDocument/2006/relationships/image" Target="../media/image-6-8.png"/><Relationship Id="rId10" Type="http://schemas.openxmlformats.org/officeDocument/2006/relationships/audio" Target="../media/media-22-9.mp3"/><Relationship Id="rId11" Type="http://schemas.microsoft.com/office/2007/relationships/media" Target="../media/media-22-9.mp3"/><Relationship Id="rId12" Type="http://schemas.openxmlformats.org/officeDocument/2006/relationships/image" Target="../media/image-6-8.png"/><Relationship Id="rId13" Type="http://schemas.openxmlformats.org/officeDocument/2006/relationships/audio" Target="../media/media-22-12.mp3"/><Relationship Id="rId14" Type="http://schemas.microsoft.com/office/2007/relationships/media" Target="../media/media-22-12.mp3"/><Relationship Id="rId15" Type="http://schemas.openxmlformats.org/officeDocument/2006/relationships/image" Target="../media/image-6-8.png"/><Relationship Id="rId16" Type="http://schemas.openxmlformats.org/officeDocument/2006/relationships/audio" Target="../media/media-22-15.mp3"/><Relationship Id="rId17" Type="http://schemas.microsoft.com/office/2007/relationships/media" Target="../media/media-22-15.mp3"/><Relationship Id="rId18" Type="http://schemas.openxmlformats.org/officeDocument/2006/relationships/image" Target="../media/image-6-8.png"/><Relationship Id="rId19" Type="http://schemas.openxmlformats.org/officeDocument/2006/relationships/audio" Target="../media/media-22-18.mp3"/><Relationship Id="rId20" Type="http://schemas.microsoft.com/office/2007/relationships/media" Target="../media/media-2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audio" Target="../media/media-30-6.mp3"/><Relationship Id="rId8" Type="http://schemas.microsoft.com/office/2007/relationships/media" Target="../media/media-30-6.mp3"/><Relationship Id="rId9" Type="http://schemas.openxmlformats.org/officeDocument/2006/relationships/image" Target="../media/image-6-8.png"/><Relationship Id="rId10" Type="http://schemas.openxmlformats.org/officeDocument/2006/relationships/audio" Target="../media/media-30-9.mp3"/><Relationship Id="rId11" Type="http://schemas.microsoft.com/office/2007/relationships/media" Target="../media/media-30-9.mp3"/><Relationship Id="rId12" Type="http://schemas.openxmlformats.org/officeDocument/2006/relationships/image" Target="../media/image-6-8.png"/><Relationship Id="rId13" Type="http://schemas.openxmlformats.org/officeDocument/2006/relationships/audio" Target="../media/media-30-12.mp3"/><Relationship Id="rId14" Type="http://schemas.microsoft.com/office/2007/relationships/media" Target="../media/media-30-12.mp3"/><Relationship Id="rId15" Type="http://schemas.openxmlformats.org/officeDocument/2006/relationships/image" Target="../media/image-6-8.png"/><Relationship Id="rId16" Type="http://schemas.openxmlformats.org/officeDocument/2006/relationships/audio" Target="../media/media-30-15.mp3"/><Relationship Id="rId17" Type="http://schemas.microsoft.com/office/2007/relationships/media" Target="../media/media-30-15.mp3"/><Relationship Id="rId18" Type="http://schemas.openxmlformats.org/officeDocument/2006/relationships/image" Target="../media/image-6-8.png"/><Relationship Id="rId19" Type="http://schemas.openxmlformats.org/officeDocument/2006/relationships/audio" Target="../media/media-30-18.mp3"/><Relationship Id="rId20" Type="http://schemas.microsoft.com/office/2007/relationships/media" Target="../media/media-3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audio" Target="../media/media-37-6.mp3"/><Relationship Id="rId8" Type="http://schemas.microsoft.com/office/2007/relationships/media" Target="../media/media-37-6.mp3"/><Relationship Id="rId9" Type="http://schemas.openxmlformats.org/officeDocument/2006/relationships/image" Target="../media/image-6-8.png"/><Relationship Id="rId10" Type="http://schemas.openxmlformats.org/officeDocument/2006/relationships/audio" Target="../media/media-37-9.mp3"/><Relationship Id="rId11" Type="http://schemas.microsoft.com/office/2007/relationships/media" Target="../media/media-37-9.mp3"/><Relationship Id="rId12" Type="http://schemas.openxmlformats.org/officeDocument/2006/relationships/image" Target="../media/image-6-8.png"/><Relationship Id="rId13" Type="http://schemas.openxmlformats.org/officeDocument/2006/relationships/audio" Target="../media/media-37-12.mp3"/><Relationship Id="rId14" Type="http://schemas.microsoft.com/office/2007/relationships/media" Target="../media/media-37-12.mp3"/><Relationship Id="rId15" Type="http://schemas.openxmlformats.org/officeDocument/2006/relationships/image" Target="../media/image-6-8.png"/><Relationship Id="rId16" Type="http://schemas.openxmlformats.org/officeDocument/2006/relationships/audio" Target="../media/media-37-15.mp3"/><Relationship Id="rId17" Type="http://schemas.microsoft.com/office/2007/relationships/media" Target="../media/media-37-15.mp3"/><Relationship Id="rId18" Type="http://schemas.openxmlformats.org/officeDocument/2006/relationships/image" Target="../media/image-6-8.png"/><Relationship Id="rId19" Type="http://schemas.openxmlformats.org/officeDocument/2006/relationships/audio" Target="../media/media-37-18.mp3"/><Relationship Id="rId20" Type="http://schemas.microsoft.com/office/2007/relationships/media" Target="../media/media-3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السادس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(١)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١–١٠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(٢)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١١–١٨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(٣)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١٩–٢٩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(٤)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٣٠–٤٣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(٥)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٤٤–٥٢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١–١٠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الحاقّة (١)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152" y="1188720"/>
            <a:ext cx="7211656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448312"/>
            <a:ext cx="9994392" cy="2784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505" y="1417320"/>
            <a:ext cx="852194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300576"/>
            <a:ext cx="9994392" cy="3354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١–١٠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153" y="1325880"/>
            <a:ext cx="477664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١١–١٨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الحاقّة (٢)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196889"/>
            <a:ext cx="8183880" cy="551578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2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264456"/>
            <a:ext cx="9994392" cy="1152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0064" y="1417320"/>
            <a:ext cx="73288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2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34826"/>
            <a:ext cx="9994392" cy="34856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١١–١٨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2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532" y="1325880"/>
            <a:ext cx="5753887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١٩–٢٩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الحاقّة (٣)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06788"/>
            <a:ext cx="8183880" cy="529598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93100"/>
            <a:ext cx="9994392" cy="22947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0101" y="1417320"/>
            <a:ext cx="648875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3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73552"/>
            <a:ext cx="9994392" cy="3408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١٩–٢٩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3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464" y="1325880"/>
            <a:ext cx="624602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٣٠–٤٣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الحاقّة (٤)  •  الآيات ٣٠–٤٣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٣٠–٤٣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384" y="1188720"/>
            <a:ext cx="6903193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٣٠–٤٣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53574"/>
            <a:ext cx="9994392" cy="9738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٣٠–٤٣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4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315" y="1417320"/>
            <a:ext cx="775432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٣٠–٤٣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4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27210"/>
            <a:ext cx="9994392" cy="35008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٤٤–٥٢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الحاقّة (٥)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الحاقّة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64439"/>
            <a:ext cx="8183880" cy="47806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أتدرَّبُ على تلاوةِ الكلمات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word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329737"/>
            <a:ext cx="9994392" cy="102148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5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495" y="1417320"/>
            <a:ext cx="764396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٤٤–٥٢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5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1955493"/>
            <a:ext cx="9994392" cy="404429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السادس</dc:title>
  <dc:subject>PptxGenJS Presentation</dc:subject>
  <dc:creator>PptxGenJS</dc:creator>
  <cp:lastModifiedBy>PptxGenJS</cp:lastModifiedBy>
  <cp:revision>1</cp:revision>
  <dcterms:created xsi:type="dcterms:W3CDTF">2026-09-29T09:03:28Z</dcterms:created>
  <dcterms:modified xsi:type="dcterms:W3CDTF">2026-09-29T09:03:28Z</dcterms:modified>
</cp:coreProperties>
</file>