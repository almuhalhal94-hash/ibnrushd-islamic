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7.xml"/><Relationship Id="rId14" Type="http://schemas.openxmlformats.org/officeDocument/2006/relationships/slide" Target="slide24.xml"/><Relationship Id="rId17" Type="http://schemas.openxmlformats.org/officeDocument/2006/relationships/slide" Target="slide31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6-8.png"/><Relationship Id="rId10" Type="http://schemas.openxmlformats.org/officeDocument/2006/relationships/audio" Target="../media/media-20-9.mp3"/><Relationship Id="rId11" Type="http://schemas.microsoft.com/office/2007/relationships/media" Target="../media/media-20-9.mp3"/><Relationship Id="rId12" Type="http://schemas.openxmlformats.org/officeDocument/2006/relationships/image" Target="../media/image-6-8.png"/><Relationship Id="rId13" Type="http://schemas.openxmlformats.org/officeDocument/2006/relationships/audio" Target="../media/media-20-12.mp3"/><Relationship Id="rId14" Type="http://schemas.microsoft.com/office/2007/relationships/media" Target="../media/media-20-12.mp3"/><Relationship Id="rId15" Type="http://schemas.openxmlformats.org/officeDocument/2006/relationships/image" Target="../media/image-6-8.png"/><Relationship Id="rId16" Type="http://schemas.openxmlformats.org/officeDocument/2006/relationships/audio" Target="../media/media-20-15.mp3"/><Relationship Id="rId17" Type="http://schemas.microsoft.com/office/2007/relationships/media" Target="../media/media-20-15.mp3"/><Relationship Id="rId18" Type="http://schemas.openxmlformats.org/officeDocument/2006/relationships/image" Target="../media/image-6-8.png"/><Relationship Id="rId19" Type="http://schemas.openxmlformats.org/officeDocument/2006/relationships/audio" Target="../media/media-20-18.mp3"/><Relationship Id="rId20" Type="http://schemas.microsoft.com/office/2007/relationships/media" Target="../media/media-2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audio" Target="../media/media-27-6.mp3"/><Relationship Id="rId8" Type="http://schemas.microsoft.com/office/2007/relationships/media" Target="../media/media-27-6.mp3"/><Relationship Id="rId9" Type="http://schemas.openxmlformats.org/officeDocument/2006/relationships/image" Target="../media/image-6-8.png"/><Relationship Id="rId10" Type="http://schemas.openxmlformats.org/officeDocument/2006/relationships/audio" Target="../media/media-27-9.mp3"/><Relationship Id="rId11" Type="http://schemas.microsoft.com/office/2007/relationships/media" Target="../media/media-27-9.mp3"/><Relationship Id="rId12" Type="http://schemas.openxmlformats.org/officeDocument/2006/relationships/image" Target="../media/image-6-8.png"/><Relationship Id="rId13" Type="http://schemas.openxmlformats.org/officeDocument/2006/relationships/audio" Target="../media/media-27-12.mp3"/><Relationship Id="rId14" Type="http://schemas.microsoft.com/office/2007/relationships/media" Target="../media/media-27-12.mp3"/><Relationship Id="rId15" Type="http://schemas.openxmlformats.org/officeDocument/2006/relationships/image" Target="../media/image-6-8.png"/><Relationship Id="rId16" Type="http://schemas.openxmlformats.org/officeDocument/2006/relationships/audio" Target="../media/media-27-15.mp3"/><Relationship Id="rId17" Type="http://schemas.microsoft.com/office/2007/relationships/media" Target="../media/media-27-15.mp3"/><Relationship Id="rId18" Type="http://schemas.openxmlformats.org/officeDocument/2006/relationships/image" Target="../media/image-6-8.png"/><Relationship Id="rId19" Type="http://schemas.openxmlformats.org/officeDocument/2006/relationships/audio" Target="../media/media-27-18.mp3"/><Relationship Id="rId20" Type="http://schemas.microsoft.com/office/2007/relationships/media" Target="../media/media-2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audio" Target="../media/media-34-6.mp3"/><Relationship Id="rId8" Type="http://schemas.microsoft.com/office/2007/relationships/media" Target="../media/media-34-6.mp3"/><Relationship Id="rId9" Type="http://schemas.openxmlformats.org/officeDocument/2006/relationships/image" Target="../media/image-6-8.png"/><Relationship Id="rId10" Type="http://schemas.openxmlformats.org/officeDocument/2006/relationships/audio" Target="../media/media-34-9.mp3"/><Relationship Id="rId11" Type="http://schemas.microsoft.com/office/2007/relationships/media" Target="../media/media-34-9.mp3"/><Relationship Id="rId12" Type="http://schemas.openxmlformats.org/officeDocument/2006/relationships/image" Target="../media/image-6-8.png"/><Relationship Id="rId13" Type="http://schemas.openxmlformats.org/officeDocument/2006/relationships/audio" Target="../media/media-34-12.mp3"/><Relationship Id="rId14" Type="http://schemas.microsoft.com/office/2007/relationships/media" Target="../media/media-34-12.mp3"/><Relationship Id="rId15" Type="http://schemas.openxmlformats.org/officeDocument/2006/relationships/image" Target="../media/image-6-8.png"/><Relationship Id="rId16" Type="http://schemas.openxmlformats.org/officeDocument/2006/relationships/audio" Target="../media/media-34-15.mp3"/><Relationship Id="rId17" Type="http://schemas.microsoft.com/office/2007/relationships/media" Target="../media/media-34-15.mp3"/><Relationship Id="rId18" Type="http://schemas.openxmlformats.org/officeDocument/2006/relationships/image" Target="../media/image-6-8.png"/><Relationship Id="rId19" Type="http://schemas.openxmlformats.org/officeDocument/2006/relationships/audio" Target="../media/media-34-18.mp3"/><Relationship Id="rId20" Type="http://schemas.microsoft.com/office/2007/relationships/media" Target="../media/media-3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السابع – الجزء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٧ – ١١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20116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(٦)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٥٧–٦٢</a:t>
            </a:r>
            <a:endParaRPr lang="en-US" sz="1400" dirty="0"/>
          </a:p>
        </p:txBody>
      </p:sp>
      <p:pic>
        <p:nvPicPr>
          <p:cNvPr id="11" name="Image 2" descr="a/clear.png">
            <a:hlinkClick r:id="rId5" tooltip="الدرس السابع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691640"/>
            <a:ext cx="3429000" cy="1417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201168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(٧)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٦٣–٧٠</a:t>
            </a:r>
            <a:endParaRPr lang="en-US" sz="1400" dirty="0"/>
          </a:p>
        </p:txBody>
      </p:sp>
      <p:pic>
        <p:nvPicPr>
          <p:cNvPr id="18" name="Image 4" descr="a/clear.png">
            <a:hlinkClick r:id="rId8" tooltip="الدرس الثامن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691640"/>
            <a:ext cx="3429000" cy="1417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201168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(٨)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٧١–٨٠</a:t>
            </a:r>
            <a:endParaRPr lang="en-US" sz="1400" dirty="0"/>
          </a:p>
        </p:txBody>
      </p:sp>
      <p:pic>
        <p:nvPicPr>
          <p:cNvPr id="25" name="Image 6" descr="a/clear.png">
            <a:hlinkClick r:id="rId11" tooltip="الدرس التاسع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691640"/>
            <a:ext cx="3429000" cy="141732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7490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(٩)</a:t>
            </a:r>
            <a:endParaRPr lang="en-US" sz="26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٨١–٨٧</a:t>
            </a:r>
            <a:endParaRPr lang="en-US" sz="1400" dirty="0"/>
          </a:p>
        </p:txBody>
      </p:sp>
      <p:pic>
        <p:nvPicPr>
          <p:cNvPr id="32" name="Image 8" descr="a/clear.png">
            <a:hlinkClick r:id="rId14" tooltip="الدرس العاشر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429000"/>
            <a:ext cx="3429000" cy="141732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7490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2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(١٠)</a:t>
            </a:r>
            <a:endParaRPr lang="en-US" sz="26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٨٨–٩٦</a:t>
            </a:r>
            <a:endParaRPr lang="en-US" sz="1400" dirty="0"/>
          </a:p>
        </p:txBody>
      </p:sp>
      <p:pic>
        <p:nvPicPr>
          <p:cNvPr id="39" name="Image 10" descr="a/clear.png">
            <a:hlinkClick r:id="rId17" tooltip="الدرس الحادي عشر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429000"/>
            <a:ext cx="34290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(٦)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٥٧–٦٢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اجْتَمَعَ قَوْمٌ فِي بَيْتٍ مِنْ بُيُوتِ اللَّهِ يَتْلُونَ كِتَابَ اللَّهِ وَيَتَدَارَسُونَهُ بَيْنَهُمْ، إِلَّا نَزَلَتْ عَلَيْهِمُ السَّكِينَةُ، وَغَشِيَتْهُمُ الرَّحْمَةُ، وَحَفَّتْهُمُ الْمَلَائِكَةُ، وَذَكَرَهُمُ اللَّهُ فِيمَنْ عِنْدَهُ»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سورة الواقعة (٦)  •  الآيات ٥٧–٦٢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(٦)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٥٧–٦٢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79433"/>
            <a:ext cx="8183880" cy="515069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٥٧–٦٢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7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613896"/>
            <a:ext cx="9994392" cy="24531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٥٧–٦٢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7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312203"/>
            <a:ext cx="9628632" cy="3330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٥٧–٦٢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7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882464"/>
            <a:ext cx="9994392" cy="21903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(٧)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٦٣–٧٠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«مَثَلُ الْمُؤْمِنِ الَّذِي يَقْرَأُ الْقُرْآنَ مَثَلُ الْأُتْرُجَّةِ: رِيحُهَا طَيِّبٌ، وَطَعْمُهَا طَيِّبٌ»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سورة الواقعة (٧)  •  الآيات ٦٣–٧٠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(٧)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٦٣–٧٠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33950"/>
            <a:ext cx="8183880" cy="524165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٦٣–٧٠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8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567708"/>
            <a:ext cx="9994392" cy="25455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٦٣–٧٠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8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112141"/>
            <a:ext cx="9628632" cy="37309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٦٣–٧٠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8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1820465"/>
            <a:ext cx="9994392" cy="43143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التاسع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(٨)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٧١–٨٠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«لَا حَسَدَ إِلَّا فِي اثْنَتَيْنِ: رَجُلٌ آتَاهُ اللَّهُ الْقُرْآنَ فَهُوَ يَقُومُ بِهِ آنَاءَ اللَّيْلِ وَآنَاءَ النَّهَارِ، وَرَجُلٌ آتَاهُ اللَّهُ مَالًا فَهُوَ يُنْفِقُهُ آنَاءَ اللَّيْلِ وَآنَاءَ النَّهَارِ»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سورة الواقعة (٨)  •  الآيات ٧١–٨٠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(٨)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٧١–٨٠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9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333" y="1188720"/>
            <a:ext cx="8059293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٧١–٨٠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9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210522"/>
            <a:ext cx="9994392" cy="12599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٧١–٨٠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9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165147"/>
            <a:ext cx="9628632" cy="36249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٧١–٨٠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9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1560518"/>
            <a:ext cx="9994392" cy="48342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العاشر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(٩)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٨١–٨٧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«تَعَاهَدُوا هَذَا الْقُرْآنَ، فَوَالَّذِي نَفْسُ مُحَمَّدٍ بِيَدِهِ لَهُوَ أَشَدُّ تَفَلُّتًا مِنَ الْإِبِلِ فِي عُقُلِهَا»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سورة الواقعة (٩)  •  الآيات ٨١–٨٧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(٩)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٨١–٨٧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0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05028"/>
            <a:ext cx="8183880" cy="509950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٨١–٨٧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0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14633"/>
            <a:ext cx="9994392" cy="105169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٨١–٨٧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0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309936"/>
            <a:ext cx="9628632" cy="33354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٨١–٨٧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0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584788"/>
            <a:ext cx="9994392" cy="278570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الحادي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(١٠)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٨٨–٩٦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لِلَّهِ أَهْلِينَ مِنَ النَّاسِ» قَالُوا: يَا رَسُولَ اللَّهِ، مَنْ هُمْ؟ قَالَ: «هُمْ أَهْلُ الْقُرْآنِ، أَهْلُ اللَّهِ وَخَاصَّتُهُ»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ابن ماجه وأحمد)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سورة الواقعة (١٠)  •  الآيات ٨٨–٩٦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الواقعة (١٠)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٨٨–٩٦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80720"/>
            <a:ext cx="8183880" cy="514811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٨٨–٩٦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1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169543"/>
            <a:ext cx="9994392" cy="134187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٨٨–٩٦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1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112141"/>
            <a:ext cx="9628632" cy="373099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٨٨–٩٦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1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240833"/>
            <a:ext cx="9994392" cy="347361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سورة الواقعة</dc:title>
  <dc:subject>PptxGenJS Presentation</dc:subject>
  <dc:creator>PptxGenJS</dc:creator>
  <cp:lastModifiedBy>PptxGenJS</cp:lastModifiedBy>
  <cp:revision>1</cp:revision>
  <dcterms:created xsi:type="dcterms:W3CDTF">2026-09-29T10:35:29Z</dcterms:created>
  <dcterms:modified xsi:type="dcterms:W3CDTF">2026-09-29T10:35:29Z</dcterms:modified>
</cp:coreProperties>
</file>