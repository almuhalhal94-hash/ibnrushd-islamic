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mp3" ContentType="audio/mpeg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" Target="slide3.xml"/><Relationship Id="rId8" Type="http://schemas.openxmlformats.org/officeDocument/2006/relationships/slide" Target="slide10.xml"/><Relationship Id="rId11" Type="http://schemas.openxmlformats.org/officeDocument/2006/relationships/slide" Target="slide17.xml"/><Relationship Id="rId14" Type="http://schemas.openxmlformats.org/officeDocument/2006/relationships/slide" Target="slide24.xml"/><Relationship Id="rId17" Type="http://schemas.openxmlformats.org/officeDocument/2006/relationships/slide" Target="slide31.xml"/><Relationship Id="rId20" Type="http://schemas.openxmlformats.org/officeDocument/2006/relationships/slide" Target="slide38.xml"/><Relationship Id="rId23" Type="http://schemas.openxmlformats.org/officeDocument/2006/relationships/slide" Target="slide45.xml"/><Relationship Id="rId26" Type="http://schemas.openxmlformats.org/officeDocument/2006/relationships/slide" Target="slide52.xml"/><Relationship Id="rId29" Type="http://schemas.openxmlformats.org/officeDocument/2006/relationships/slide" Target="slide59.xml"/><Relationship Id="rId32" Type="http://schemas.openxmlformats.org/officeDocument/2006/relationships/slide" Target="slide66.xml"/><Relationship Id="rId35" Type="http://schemas.openxmlformats.org/officeDocument/2006/relationships/slide" Target="slide73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2-4.png"/><Relationship Id="rId6" Type="http://schemas.openxmlformats.org/officeDocument/2006/relationships/image" Target="../media/image-1-3.png"/><Relationship Id="rId7" Type="http://schemas.openxmlformats.org/officeDocument/2006/relationships/image" Target="../media/image-2-4.png"/><Relationship Id="rId9" Type="http://schemas.openxmlformats.org/officeDocument/2006/relationships/image" Target="../media/image-1-3.png"/><Relationship Id="rId10" Type="http://schemas.openxmlformats.org/officeDocument/2006/relationships/image" Target="../media/image-2-4.png"/><Relationship Id="rId12" Type="http://schemas.openxmlformats.org/officeDocument/2006/relationships/image" Target="../media/image-1-3.png"/><Relationship Id="rId13" Type="http://schemas.openxmlformats.org/officeDocument/2006/relationships/image" Target="../media/image-2-4.png"/><Relationship Id="rId15" Type="http://schemas.openxmlformats.org/officeDocument/2006/relationships/image" Target="../media/image-1-3.png"/><Relationship Id="rId16" Type="http://schemas.openxmlformats.org/officeDocument/2006/relationships/image" Target="../media/image-2-4.png"/><Relationship Id="rId18" Type="http://schemas.openxmlformats.org/officeDocument/2006/relationships/image" Target="../media/image-1-3.png"/><Relationship Id="rId19" Type="http://schemas.openxmlformats.org/officeDocument/2006/relationships/image" Target="../media/image-2-4.png"/><Relationship Id="rId21" Type="http://schemas.openxmlformats.org/officeDocument/2006/relationships/image" Target="../media/image-1-3.png"/><Relationship Id="rId22" Type="http://schemas.openxmlformats.org/officeDocument/2006/relationships/image" Target="../media/image-2-4.png"/><Relationship Id="rId24" Type="http://schemas.openxmlformats.org/officeDocument/2006/relationships/image" Target="../media/image-1-3.png"/><Relationship Id="rId25" Type="http://schemas.openxmlformats.org/officeDocument/2006/relationships/image" Target="../media/image-2-4.png"/><Relationship Id="rId27" Type="http://schemas.openxmlformats.org/officeDocument/2006/relationships/image" Target="../media/image-1-3.png"/><Relationship Id="rId28" Type="http://schemas.openxmlformats.org/officeDocument/2006/relationships/image" Target="../media/image-2-4.png"/><Relationship Id="rId30" Type="http://schemas.openxmlformats.org/officeDocument/2006/relationships/image" Target="../media/image-1-3.png"/><Relationship Id="rId31" Type="http://schemas.openxmlformats.org/officeDocument/2006/relationships/image" Target="../media/image-2-4.png"/><Relationship Id="rId33" Type="http://schemas.openxmlformats.org/officeDocument/2006/relationships/image" Target="../media/image-1-3.png"/><Relationship Id="rId34" Type="http://schemas.openxmlformats.org/officeDocument/2006/relationships/image" Target="../media/image-2-4.png"/><Relationship Id="rId36" Type="http://schemas.openxmlformats.org/officeDocument/2006/relationships/slideLayout" Target="../slideLayouts/slideLayout1.xml"/><Relationship Id="rId3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-5.jpg"/><Relationship Id="rId7" Type="http://schemas.openxmlformats.org/officeDocument/2006/relationships/audio" Target="../media/media-6-6.mp3"/><Relationship Id="rId8" Type="http://schemas.microsoft.com/office/2007/relationships/media" Target="../media/media-6-6.mp3"/><Relationship Id="rId9" Type="http://schemas.openxmlformats.org/officeDocument/2006/relationships/image" Target="../media/image-6-8.png"/><Relationship Id="rId10" Type="http://schemas.openxmlformats.org/officeDocument/2006/relationships/audio" Target="../media/media-6-9.mp3"/><Relationship Id="rId11" Type="http://schemas.microsoft.com/office/2007/relationships/media" Target="../media/media-6-9.mp3"/><Relationship Id="rId12" Type="http://schemas.openxmlformats.org/officeDocument/2006/relationships/image" Target="../media/image-6-8.png"/><Relationship Id="rId13" Type="http://schemas.openxmlformats.org/officeDocument/2006/relationships/audio" Target="../media/media-6-12.mp3"/><Relationship Id="rId14" Type="http://schemas.microsoft.com/office/2007/relationships/media" Target="../media/media-6-12.mp3"/><Relationship Id="rId15" Type="http://schemas.openxmlformats.org/officeDocument/2006/relationships/image" Target="../media/image-6-8.png"/><Relationship Id="rId16" Type="http://schemas.openxmlformats.org/officeDocument/2006/relationships/audio" Target="../media/media-6-15.mp3"/><Relationship Id="rId17" Type="http://schemas.microsoft.com/office/2007/relationships/media" Target="../media/media-6-15.mp3"/><Relationship Id="rId18" Type="http://schemas.openxmlformats.org/officeDocument/2006/relationships/image" Target="../media/image-6-8.png"/><Relationship Id="rId19" Type="http://schemas.openxmlformats.org/officeDocument/2006/relationships/audio" Target="../media/media-6-18.mp3"/><Relationship Id="rId20" Type="http://schemas.microsoft.com/office/2007/relationships/media" Target="../media/media-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3-5.jpg"/><Relationship Id="rId7" Type="http://schemas.openxmlformats.org/officeDocument/2006/relationships/audio" Target="../media/media-13-6.mp3"/><Relationship Id="rId8" Type="http://schemas.microsoft.com/office/2007/relationships/media" Target="../media/media-13-6.mp3"/><Relationship Id="rId9" Type="http://schemas.openxmlformats.org/officeDocument/2006/relationships/image" Target="../media/image-6-8.png"/><Relationship Id="rId10" Type="http://schemas.openxmlformats.org/officeDocument/2006/relationships/audio" Target="../media/media-13-9.mp3"/><Relationship Id="rId11" Type="http://schemas.microsoft.com/office/2007/relationships/media" Target="../media/media-13-9.mp3"/><Relationship Id="rId12" Type="http://schemas.openxmlformats.org/officeDocument/2006/relationships/image" Target="../media/image-6-8.png"/><Relationship Id="rId13" Type="http://schemas.openxmlformats.org/officeDocument/2006/relationships/audio" Target="../media/media-13-12.mp3"/><Relationship Id="rId14" Type="http://schemas.microsoft.com/office/2007/relationships/media" Target="../media/media-13-12.mp3"/><Relationship Id="rId15" Type="http://schemas.openxmlformats.org/officeDocument/2006/relationships/image" Target="../media/image-6-8.png"/><Relationship Id="rId16" Type="http://schemas.openxmlformats.org/officeDocument/2006/relationships/audio" Target="../media/media-13-15.mp3"/><Relationship Id="rId17" Type="http://schemas.microsoft.com/office/2007/relationships/media" Target="../media/media-13-15.mp3"/><Relationship Id="rId18" Type="http://schemas.openxmlformats.org/officeDocument/2006/relationships/image" Target="../media/image-6-8.png"/><Relationship Id="rId19" Type="http://schemas.openxmlformats.org/officeDocument/2006/relationships/audio" Target="../media/media-13-18.mp3"/><Relationship Id="rId20" Type="http://schemas.microsoft.com/office/2007/relationships/media" Target="../media/media-13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0-5.jpg"/><Relationship Id="rId7" Type="http://schemas.openxmlformats.org/officeDocument/2006/relationships/audio" Target="../media/media-20-6.mp3"/><Relationship Id="rId8" Type="http://schemas.microsoft.com/office/2007/relationships/media" Target="../media/media-20-6.mp3"/><Relationship Id="rId9" Type="http://schemas.openxmlformats.org/officeDocument/2006/relationships/image" Target="../media/image-6-8.png"/><Relationship Id="rId10" Type="http://schemas.openxmlformats.org/officeDocument/2006/relationships/audio" Target="../media/media-20-9.mp3"/><Relationship Id="rId11" Type="http://schemas.microsoft.com/office/2007/relationships/media" Target="../media/media-20-9.mp3"/><Relationship Id="rId12" Type="http://schemas.openxmlformats.org/officeDocument/2006/relationships/image" Target="../media/image-6-8.png"/><Relationship Id="rId13" Type="http://schemas.openxmlformats.org/officeDocument/2006/relationships/audio" Target="../media/media-20-12.mp3"/><Relationship Id="rId14" Type="http://schemas.microsoft.com/office/2007/relationships/media" Target="../media/media-20-12.mp3"/><Relationship Id="rId15" Type="http://schemas.openxmlformats.org/officeDocument/2006/relationships/image" Target="../media/image-6-8.png"/><Relationship Id="rId16" Type="http://schemas.openxmlformats.org/officeDocument/2006/relationships/audio" Target="../media/media-20-15.mp3"/><Relationship Id="rId17" Type="http://schemas.microsoft.com/office/2007/relationships/media" Target="../media/media-20-15.mp3"/><Relationship Id="rId18" Type="http://schemas.openxmlformats.org/officeDocument/2006/relationships/image" Target="../media/image-6-8.png"/><Relationship Id="rId19" Type="http://schemas.openxmlformats.org/officeDocument/2006/relationships/audio" Target="../media/media-20-18.mp3"/><Relationship Id="rId20" Type="http://schemas.microsoft.com/office/2007/relationships/media" Target="../media/media-20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7-5.jpg"/><Relationship Id="rId7" Type="http://schemas.openxmlformats.org/officeDocument/2006/relationships/audio" Target="../media/media-27-6.mp3"/><Relationship Id="rId8" Type="http://schemas.microsoft.com/office/2007/relationships/media" Target="../media/media-27-6.mp3"/><Relationship Id="rId9" Type="http://schemas.openxmlformats.org/officeDocument/2006/relationships/image" Target="../media/image-6-8.png"/><Relationship Id="rId10" Type="http://schemas.openxmlformats.org/officeDocument/2006/relationships/audio" Target="../media/media-27-9.mp3"/><Relationship Id="rId11" Type="http://schemas.microsoft.com/office/2007/relationships/media" Target="../media/media-27-9.mp3"/><Relationship Id="rId12" Type="http://schemas.openxmlformats.org/officeDocument/2006/relationships/image" Target="../media/image-6-8.png"/><Relationship Id="rId13" Type="http://schemas.openxmlformats.org/officeDocument/2006/relationships/audio" Target="../media/media-27-12.mp3"/><Relationship Id="rId14" Type="http://schemas.microsoft.com/office/2007/relationships/media" Target="../media/media-27-12.mp3"/><Relationship Id="rId15" Type="http://schemas.openxmlformats.org/officeDocument/2006/relationships/image" Target="../media/image-6-8.png"/><Relationship Id="rId16" Type="http://schemas.openxmlformats.org/officeDocument/2006/relationships/audio" Target="../media/media-27-15.mp3"/><Relationship Id="rId17" Type="http://schemas.microsoft.com/office/2007/relationships/media" Target="../media/media-27-15.mp3"/><Relationship Id="rId18" Type="http://schemas.openxmlformats.org/officeDocument/2006/relationships/image" Target="../media/image-6-8.png"/><Relationship Id="rId19" Type="http://schemas.openxmlformats.org/officeDocument/2006/relationships/audio" Target="../media/media-27-18.mp3"/><Relationship Id="rId20" Type="http://schemas.microsoft.com/office/2007/relationships/media" Target="../media/media-27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2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4-5.jpg"/><Relationship Id="rId7" Type="http://schemas.openxmlformats.org/officeDocument/2006/relationships/audio" Target="../media/media-34-6.mp3"/><Relationship Id="rId8" Type="http://schemas.microsoft.com/office/2007/relationships/media" Target="../media/media-34-6.mp3"/><Relationship Id="rId9" Type="http://schemas.openxmlformats.org/officeDocument/2006/relationships/image" Target="../media/image-6-8.png"/><Relationship Id="rId10" Type="http://schemas.openxmlformats.org/officeDocument/2006/relationships/audio" Target="../media/media-34-9.mp3"/><Relationship Id="rId11" Type="http://schemas.microsoft.com/office/2007/relationships/media" Target="../media/media-34-9.mp3"/><Relationship Id="rId12" Type="http://schemas.openxmlformats.org/officeDocument/2006/relationships/image" Target="../media/image-6-8.png"/><Relationship Id="rId13" Type="http://schemas.openxmlformats.org/officeDocument/2006/relationships/audio" Target="../media/media-34-12.mp3"/><Relationship Id="rId14" Type="http://schemas.microsoft.com/office/2007/relationships/media" Target="../media/media-34-12.mp3"/><Relationship Id="rId15" Type="http://schemas.openxmlformats.org/officeDocument/2006/relationships/image" Target="../media/image-6-8.png"/><Relationship Id="rId16" Type="http://schemas.openxmlformats.org/officeDocument/2006/relationships/audio" Target="../media/media-34-15.mp3"/><Relationship Id="rId17" Type="http://schemas.microsoft.com/office/2007/relationships/media" Target="../media/media-34-15.mp3"/><Relationship Id="rId18" Type="http://schemas.openxmlformats.org/officeDocument/2006/relationships/image" Target="../media/image-6-8.png"/><Relationship Id="rId19" Type="http://schemas.openxmlformats.org/officeDocument/2006/relationships/audio" Target="../media/media-34-18.mp3"/><Relationship Id="rId20" Type="http://schemas.microsoft.com/office/2007/relationships/media" Target="../media/media-34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3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1-5.jpg"/><Relationship Id="rId7" Type="http://schemas.openxmlformats.org/officeDocument/2006/relationships/audio" Target="../media/media-41-6.mp3"/><Relationship Id="rId8" Type="http://schemas.microsoft.com/office/2007/relationships/media" Target="../media/media-41-6.mp3"/><Relationship Id="rId9" Type="http://schemas.openxmlformats.org/officeDocument/2006/relationships/image" Target="../media/image-6-8.png"/><Relationship Id="rId10" Type="http://schemas.openxmlformats.org/officeDocument/2006/relationships/audio" Target="../media/media-41-9.mp3"/><Relationship Id="rId11" Type="http://schemas.microsoft.com/office/2007/relationships/media" Target="../media/media-41-9.mp3"/><Relationship Id="rId12" Type="http://schemas.openxmlformats.org/officeDocument/2006/relationships/image" Target="../media/image-6-8.png"/><Relationship Id="rId13" Type="http://schemas.openxmlformats.org/officeDocument/2006/relationships/audio" Target="../media/media-41-12.mp3"/><Relationship Id="rId14" Type="http://schemas.microsoft.com/office/2007/relationships/media" Target="../media/media-41-12.mp3"/><Relationship Id="rId15" Type="http://schemas.openxmlformats.org/officeDocument/2006/relationships/image" Target="../media/image-6-8.png"/><Relationship Id="rId16" Type="http://schemas.openxmlformats.org/officeDocument/2006/relationships/audio" Target="../media/media-41-15.mp3"/><Relationship Id="rId17" Type="http://schemas.microsoft.com/office/2007/relationships/media" Target="../media/media-41-15.mp3"/><Relationship Id="rId18" Type="http://schemas.openxmlformats.org/officeDocument/2006/relationships/image" Target="../media/image-6-8.png"/><Relationship Id="rId19" Type="http://schemas.openxmlformats.org/officeDocument/2006/relationships/audio" Target="../media/media-41-18.mp3"/><Relationship Id="rId20" Type="http://schemas.microsoft.com/office/2007/relationships/media" Target="../media/media-41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8-5.jpg"/><Relationship Id="rId7" Type="http://schemas.openxmlformats.org/officeDocument/2006/relationships/audio" Target="../media/media-48-6.mp3"/><Relationship Id="rId8" Type="http://schemas.microsoft.com/office/2007/relationships/media" Target="../media/media-48-6.mp3"/><Relationship Id="rId9" Type="http://schemas.openxmlformats.org/officeDocument/2006/relationships/image" Target="../media/image-6-8.png"/><Relationship Id="rId10" Type="http://schemas.openxmlformats.org/officeDocument/2006/relationships/audio" Target="../media/media-48-9.mp3"/><Relationship Id="rId11" Type="http://schemas.microsoft.com/office/2007/relationships/media" Target="../media/media-48-9.mp3"/><Relationship Id="rId12" Type="http://schemas.openxmlformats.org/officeDocument/2006/relationships/image" Target="../media/image-6-8.png"/><Relationship Id="rId13" Type="http://schemas.openxmlformats.org/officeDocument/2006/relationships/audio" Target="../media/media-48-12.mp3"/><Relationship Id="rId14" Type="http://schemas.microsoft.com/office/2007/relationships/media" Target="../media/media-48-12.mp3"/><Relationship Id="rId15" Type="http://schemas.openxmlformats.org/officeDocument/2006/relationships/image" Target="../media/image-6-8.png"/><Relationship Id="rId16" Type="http://schemas.openxmlformats.org/officeDocument/2006/relationships/audio" Target="../media/media-48-15.mp3"/><Relationship Id="rId17" Type="http://schemas.microsoft.com/office/2007/relationships/media" Target="../media/media-48-15.mp3"/><Relationship Id="rId18" Type="http://schemas.openxmlformats.org/officeDocument/2006/relationships/image" Target="../media/image-6-8.png"/><Relationship Id="rId19" Type="http://schemas.openxmlformats.org/officeDocument/2006/relationships/audio" Target="../media/media-48-18.mp3"/><Relationship Id="rId20" Type="http://schemas.microsoft.com/office/2007/relationships/media" Target="../media/media-48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4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5-5.jpg"/><Relationship Id="rId7" Type="http://schemas.openxmlformats.org/officeDocument/2006/relationships/audio" Target="../media/media-55-6.mp3"/><Relationship Id="rId8" Type="http://schemas.microsoft.com/office/2007/relationships/media" Target="../media/media-55-6.mp3"/><Relationship Id="rId9" Type="http://schemas.openxmlformats.org/officeDocument/2006/relationships/image" Target="../media/image-6-8.png"/><Relationship Id="rId10" Type="http://schemas.openxmlformats.org/officeDocument/2006/relationships/audio" Target="../media/media-55-9.mp3"/><Relationship Id="rId11" Type="http://schemas.microsoft.com/office/2007/relationships/media" Target="../media/media-55-9.mp3"/><Relationship Id="rId12" Type="http://schemas.openxmlformats.org/officeDocument/2006/relationships/image" Target="../media/image-6-8.png"/><Relationship Id="rId13" Type="http://schemas.openxmlformats.org/officeDocument/2006/relationships/audio" Target="../media/media-55-12.mp3"/><Relationship Id="rId14" Type="http://schemas.microsoft.com/office/2007/relationships/media" Target="../media/media-55-12.mp3"/><Relationship Id="rId15" Type="http://schemas.openxmlformats.org/officeDocument/2006/relationships/image" Target="../media/image-6-8.png"/><Relationship Id="rId16" Type="http://schemas.openxmlformats.org/officeDocument/2006/relationships/audio" Target="../media/media-55-15.mp3"/><Relationship Id="rId17" Type="http://schemas.microsoft.com/office/2007/relationships/media" Target="../media/media-55-15.mp3"/><Relationship Id="rId18" Type="http://schemas.openxmlformats.org/officeDocument/2006/relationships/image" Target="../media/image-6-8.png"/><Relationship Id="rId19" Type="http://schemas.openxmlformats.org/officeDocument/2006/relationships/audio" Target="../media/media-55-18.mp3"/><Relationship Id="rId20" Type="http://schemas.microsoft.com/office/2007/relationships/media" Target="../media/media-55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6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5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2-5.jpg"/><Relationship Id="rId7" Type="http://schemas.openxmlformats.org/officeDocument/2006/relationships/audio" Target="../media/media-62-6.mp3"/><Relationship Id="rId8" Type="http://schemas.microsoft.com/office/2007/relationships/media" Target="../media/media-62-6.mp3"/><Relationship Id="rId9" Type="http://schemas.openxmlformats.org/officeDocument/2006/relationships/image" Target="../media/image-6-8.png"/><Relationship Id="rId10" Type="http://schemas.openxmlformats.org/officeDocument/2006/relationships/audio" Target="../media/media-62-9.mp3"/><Relationship Id="rId11" Type="http://schemas.microsoft.com/office/2007/relationships/media" Target="../media/media-62-9.mp3"/><Relationship Id="rId12" Type="http://schemas.openxmlformats.org/officeDocument/2006/relationships/image" Target="../media/image-6-8.png"/><Relationship Id="rId13" Type="http://schemas.openxmlformats.org/officeDocument/2006/relationships/audio" Target="../media/media-62-12.mp3"/><Relationship Id="rId14" Type="http://schemas.microsoft.com/office/2007/relationships/media" Target="../media/media-62-12.mp3"/><Relationship Id="rId15" Type="http://schemas.openxmlformats.org/officeDocument/2006/relationships/image" Target="../media/image-6-8.png"/><Relationship Id="rId16" Type="http://schemas.openxmlformats.org/officeDocument/2006/relationships/audio" Target="../media/media-62-15.mp3"/><Relationship Id="rId17" Type="http://schemas.microsoft.com/office/2007/relationships/media" Target="../media/media-62-15.mp3"/><Relationship Id="rId18" Type="http://schemas.openxmlformats.org/officeDocument/2006/relationships/image" Target="../media/image-6-8.png"/><Relationship Id="rId19" Type="http://schemas.openxmlformats.org/officeDocument/2006/relationships/audio" Target="../media/media-62-18.mp3"/><Relationship Id="rId20" Type="http://schemas.microsoft.com/office/2007/relationships/media" Target="../media/media-62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3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4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5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69-5.jpg"/><Relationship Id="rId7" Type="http://schemas.openxmlformats.org/officeDocument/2006/relationships/audio" Target="../media/media-69-6.mp3"/><Relationship Id="rId8" Type="http://schemas.microsoft.com/office/2007/relationships/media" Target="../media/media-69-6.mp3"/><Relationship Id="rId9" Type="http://schemas.openxmlformats.org/officeDocument/2006/relationships/image" Target="../media/image-6-8.png"/><Relationship Id="rId10" Type="http://schemas.openxmlformats.org/officeDocument/2006/relationships/audio" Target="../media/media-69-9.mp3"/><Relationship Id="rId11" Type="http://schemas.microsoft.com/office/2007/relationships/media" Target="../media/media-69-9.mp3"/><Relationship Id="rId12" Type="http://schemas.openxmlformats.org/officeDocument/2006/relationships/image" Target="../media/image-6-8.png"/><Relationship Id="rId13" Type="http://schemas.openxmlformats.org/officeDocument/2006/relationships/audio" Target="../media/media-69-12.mp3"/><Relationship Id="rId14" Type="http://schemas.microsoft.com/office/2007/relationships/media" Target="../media/media-69-12.mp3"/><Relationship Id="rId15" Type="http://schemas.openxmlformats.org/officeDocument/2006/relationships/image" Target="../media/image-6-8.png"/><Relationship Id="rId16" Type="http://schemas.openxmlformats.org/officeDocument/2006/relationships/audio" Target="../media/media-69-15.mp3"/><Relationship Id="rId17" Type="http://schemas.microsoft.com/office/2007/relationships/media" Target="../media/media-69-15.mp3"/><Relationship Id="rId18" Type="http://schemas.openxmlformats.org/officeDocument/2006/relationships/image" Target="../media/image-6-8.png"/><Relationship Id="rId19" Type="http://schemas.openxmlformats.org/officeDocument/2006/relationships/audio" Target="../media/media-69-18.mp3"/><Relationship Id="rId20" Type="http://schemas.microsoft.com/office/2007/relationships/media" Target="../media/media-69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0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1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2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1-3.png"/><Relationship Id="rId7" Type="http://schemas.openxmlformats.org/officeDocument/2006/relationships/image" Target="../media/image-1-3.png"/><Relationship Id="rId8" Type="http://schemas.openxmlformats.org/officeDocument/2006/relationships/image" Target="../media/image-1-3.png"/><Relationship Id="rId9" Type="http://schemas.openxmlformats.org/officeDocument/2006/relationships/image" Target="../media/image-1-3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6-5.jpg"/><Relationship Id="rId7" Type="http://schemas.openxmlformats.org/officeDocument/2006/relationships/audio" Target="../media/media-76-6.mp3"/><Relationship Id="rId8" Type="http://schemas.microsoft.com/office/2007/relationships/media" Target="../media/media-76-6.mp3"/><Relationship Id="rId9" Type="http://schemas.openxmlformats.org/officeDocument/2006/relationships/image" Target="../media/image-6-8.png"/><Relationship Id="rId10" Type="http://schemas.openxmlformats.org/officeDocument/2006/relationships/audio" Target="../media/media-76-9.mp3"/><Relationship Id="rId11" Type="http://schemas.microsoft.com/office/2007/relationships/media" Target="../media/media-76-9.mp3"/><Relationship Id="rId12" Type="http://schemas.openxmlformats.org/officeDocument/2006/relationships/image" Target="../media/image-6-8.png"/><Relationship Id="rId13" Type="http://schemas.openxmlformats.org/officeDocument/2006/relationships/audio" Target="../media/media-76-12.mp3"/><Relationship Id="rId14" Type="http://schemas.microsoft.com/office/2007/relationships/media" Target="../media/media-76-12.mp3"/><Relationship Id="rId15" Type="http://schemas.openxmlformats.org/officeDocument/2006/relationships/image" Target="../media/image-6-8.png"/><Relationship Id="rId16" Type="http://schemas.openxmlformats.org/officeDocument/2006/relationships/audio" Target="../media/media-76-15.mp3"/><Relationship Id="rId17" Type="http://schemas.microsoft.com/office/2007/relationships/media" Target="../media/media-76-15.mp3"/><Relationship Id="rId18" Type="http://schemas.openxmlformats.org/officeDocument/2006/relationships/image" Target="../media/image-6-8.png"/><Relationship Id="rId19" Type="http://schemas.openxmlformats.org/officeDocument/2006/relationships/audio" Target="../media/media-76-18.mp3"/><Relationship Id="rId20" Type="http://schemas.microsoft.com/office/2007/relationships/media" Target="../media/media-76-18.mp3"/><Relationship Id="rId21" Type="http://schemas.openxmlformats.org/officeDocument/2006/relationships/image" Target="../media/image-6-8.png"/><Relationship Id="rId22" Type="http://schemas.openxmlformats.org/officeDocument/2006/relationships/slideLayout" Target="../slideLayouts/slideLayout1.xml"/><Relationship Id="rId2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7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8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3-4.png"/><Relationship Id="rId6" Type="http://schemas.openxmlformats.org/officeDocument/2006/relationships/image" Target="../media/image-79-5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4" Type="http://schemas.openxmlformats.org/officeDocument/2006/relationships/slide" Target="slide2.xml"/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4688" y="1005840"/>
            <a:ext cx="1188720" cy="11887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504688" y="1005840"/>
            <a:ext cx="1188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224028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القرآن الكريم</a:t>
            </a:r>
            <a:endParaRPr lang="en-US" sz="66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333756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3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المسد • سورة الهمزة • سورة الانشقاق • سورة المطفّفين …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1605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الثالث الابتدائي – الفصل الدراسي الأول</a:t>
            </a:r>
            <a:endParaRPr lang="en-US" sz="2200" dirty="0"/>
          </a:p>
        </p:txBody>
      </p:sp>
      <p:sp>
        <p:nvSpPr>
          <p:cNvPr id="8" name="Text 4"/>
          <p:cNvSpPr txBox="1"/>
          <p:nvPr/>
        </p:nvSpPr>
        <p:spPr>
          <a:xfrm>
            <a:off x="3840480" y="4937760"/>
            <a:ext cx="4507992" cy="548640"/>
          </a:xfrm>
          <a:prstGeom prst="roundRect">
            <a:avLst>
              <a:gd name="adj" fmla="val 50000"/>
            </a:avLst>
          </a:prstGeom>
          <a:solidFill>
            <a:srgbClr val="C8A24A"/>
          </a:solidFill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1B4D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الدروس ١ – ١١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754880" y="32004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فهرس الدروس</a:t>
            </a:r>
            <a:endParaRPr lang="en-US" sz="4000" dirty="0"/>
          </a:p>
        </p:txBody>
      </p:sp>
      <p:sp>
        <p:nvSpPr>
          <p:cNvPr id="4" name="Text 1"/>
          <p:cNvSpPr txBox="1"/>
          <p:nvPr/>
        </p:nvSpPr>
        <p:spPr>
          <a:xfrm>
            <a:off x="4754880" y="9144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الدرس للانتقال إليه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8130388" y="146304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8140" y="1691640"/>
            <a:ext cx="658368" cy="65836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71814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8267548" y="156716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267548" y="183489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المسد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8267548" y="222162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٥</a:t>
            </a:r>
            <a:endParaRPr lang="en-US" sz="1300" dirty="0"/>
          </a:p>
        </p:txBody>
      </p:sp>
      <p:pic>
        <p:nvPicPr>
          <p:cNvPr id="11" name="Image 2" descr="a/clear.png">
            <a:hlinkClick r:id="rId5" tooltip="الدرس الأول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0388" y="1463040"/>
            <a:ext cx="3429000" cy="1115568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381348" y="146304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13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9100" y="1691640"/>
            <a:ext cx="658368" cy="658368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96910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000" dirty="0"/>
          </a:p>
        </p:txBody>
      </p:sp>
      <p:sp>
        <p:nvSpPr>
          <p:cNvPr id="15" name="Text 9"/>
          <p:cNvSpPr txBox="1"/>
          <p:nvPr/>
        </p:nvSpPr>
        <p:spPr>
          <a:xfrm>
            <a:off x="4518508" y="156716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300" dirty="0"/>
          </a:p>
        </p:txBody>
      </p:sp>
      <p:sp>
        <p:nvSpPr>
          <p:cNvPr id="16" name="Text 10"/>
          <p:cNvSpPr txBox="1"/>
          <p:nvPr/>
        </p:nvSpPr>
        <p:spPr>
          <a:xfrm>
            <a:off x="4518508" y="183489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الهمزة</a:t>
            </a:r>
            <a:endParaRPr lang="en-US" sz="2200" dirty="0"/>
          </a:p>
        </p:txBody>
      </p:sp>
      <p:sp>
        <p:nvSpPr>
          <p:cNvPr id="17" name="Text 11"/>
          <p:cNvSpPr txBox="1"/>
          <p:nvPr/>
        </p:nvSpPr>
        <p:spPr>
          <a:xfrm>
            <a:off x="4518508" y="222162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٩</a:t>
            </a:r>
            <a:endParaRPr lang="en-US" sz="1300" dirty="0"/>
          </a:p>
        </p:txBody>
      </p:sp>
      <p:pic>
        <p:nvPicPr>
          <p:cNvPr id="18" name="Image 4" descr="a/clear.png">
            <a:hlinkClick r:id="rId8" tooltip="الدرس الثاني" action="ppaction://hlinksldjump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1348" y="1463040"/>
            <a:ext cx="3429000" cy="1115568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632308" y="146304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0" name="Image 5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0060" y="1691640"/>
            <a:ext cx="658368" cy="658368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322006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000" dirty="0"/>
          </a:p>
        </p:txBody>
      </p:sp>
      <p:sp>
        <p:nvSpPr>
          <p:cNvPr id="22" name="Text 14"/>
          <p:cNvSpPr txBox="1"/>
          <p:nvPr/>
        </p:nvSpPr>
        <p:spPr>
          <a:xfrm>
            <a:off x="769468" y="156716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300" dirty="0"/>
          </a:p>
        </p:txBody>
      </p:sp>
      <p:sp>
        <p:nvSpPr>
          <p:cNvPr id="23" name="Text 15"/>
          <p:cNvSpPr txBox="1"/>
          <p:nvPr/>
        </p:nvSpPr>
        <p:spPr>
          <a:xfrm>
            <a:off x="769468" y="183489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الانشقاق (١)</a:t>
            </a:r>
            <a:endParaRPr lang="en-US" sz="2200" dirty="0"/>
          </a:p>
        </p:txBody>
      </p:sp>
      <p:sp>
        <p:nvSpPr>
          <p:cNvPr id="24" name="Text 16"/>
          <p:cNvSpPr txBox="1"/>
          <p:nvPr/>
        </p:nvSpPr>
        <p:spPr>
          <a:xfrm>
            <a:off x="769468" y="222162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١٣</a:t>
            </a:r>
            <a:endParaRPr lang="en-US" sz="1300" dirty="0"/>
          </a:p>
        </p:txBody>
      </p:sp>
      <p:pic>
        <p:nvPicPr>
          <p:cNvPr id="25" name="Image 6" descr="a/clear.png">
            <a:hlinkClick r:id="rId11" tooltip="الدرس الثالث" action="ppaction://hlinksldjump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2308" y="1463040"/>
            <a:ext cx="3429000" cy="1115568"/>
          </a:xfrm>
          <a:prstGeom prst="rect">
            <a:avLst/>
          </a:prstGeom>
        </p:spPr>
      </p:pic>
      <p:sp>
        <p:nvSpPr>
          <p:cNvPr id="26" name="Shape 17"/>
          <p:cNvSpPr/>
          <p:nvPr/>
        </p:nvSpPr>
        <p:spPr>
          <a:xfrm>
            <a:off x="8130388" y="274320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27" name="Image 7" descr="a/star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18140" y="2971800"/>
            <a:ext cx="658368" cy="658368"/>
          </a:xfrm>
          <a:prstGeom prst="rect">
            <a:avLst/>
          </a:prstGeom>
        </p:spPr>
      </p:pic>
      <p:sp>
        <p:nvSpPr>
          <p:cNvPr id="28" name="Text 18"/>
          <p:cNvSpPr txBox="1"/>
          <p:nvPr/>
        </p:nvSpPr>
        <p:spPr>
          <a:xfrm>
            <a:off x="10718140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000" dirty="0"/>
          </a:p>
        </p:txBody>
      </p:sp>
      <p:sp>
        <p:nvSpPr>
          <p:cNvPr id="29" name="Text 19"/>
          <p:cNvSpPr txBox="1"/>
          <p:nvPr/>
        </p:nvSpPr>
        <p:spPr>
          <a:xfrm>
            <a:off x="8267548" y="284732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300" dirty="0"/>
          </a:p>
        </p:txBody>
      </p:sp>
      <p:sp>
        <p:nvSpPr>
          <p:cNvPr id="30" name="Text 20"/>
          <p:cNvSpPr txBox="1"/>
          <p:nvPr/>
        </p:nvSpPr>
        <p:spPr>
          <a:xfrm>
            <a:off x="8267548" y="311505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الانشقاق (٢)</a:t>
            </a:r>
            <a:endParaRPr lang="en-US" sz="2200" dirty="0"/>
          </a:p>
        </p:txBody>
      </p:sp>
      <p:sp>
        <p:nvSpPr>
          <p:cNvPr id="31" name="Text 21"/>
          <p:cNvSpPr txBox="1"/>
          <p:nvPr/>
        </p:nvSpPr>
        <p:spPr>
          <a:xfrm>
            <a:off x="8267548" y="350178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١٤ – ٢٥</a:t>
            </a:r>
            <a:endParaRPr lang="en-US" sz="1300" dirty="0"/>
          </a:p>
        </p:txBody>
      </p:sp>
      <p:pic>
        <p:nvPicPr>
          <p:cNvPr id="32" name="Image 8" descr="a/clear.png">
            <a:hlinkClick r:id="rId14" tooltip="الدرس الرابع" action="ppaction://hlinksldjump"/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130388" y="2743200"/>
            <a:ext cx="3429000" cy="1115568"/>
          </a:xfrm>
          <a:prstGeom prst="rect">
            <a:avLst/>
          </a:prstGeom>
        </p:spPr>
      </p:pic>
      <p:sp>
        <p:nvSpPr>
          <p:cNvPr id="33" name="Shape 22"/>
          <p:cNvSpPr/>
          <p:nvPr/>
        </p:nvSpPr>
        <p:spPr>
          <a:xfrm>
            <a:off x="4381348" y="274320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34" name="Image 9" descr="a/star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969100" y="2971800"/>
            <a:ext cx="658368" cy="658368"/>
          </a:xfrm>
          <a:prstGeom prst="rect">
            <a:avLst/>
          </a:prstGeom>
        </p:spPr>
      </p:pic>
      <p:sp>
        <p:nvSpPr>
          <p:cNvPr id="35" name="Text 23"/>
          <p:cNvSpPr txBox="1"/>
          <p:nvPr/>
        </p:nvSpPr>
        <p:spPr>
          <a:xfrm>
            <a:off x="6969100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000" dirty="0"/>
          </a:p>
        </p:txBody>
      </p:sp>
      <p:sp>
        <p:nvSpPr>
          <p:cNvPr id="36" name="Text 24"/>
          <p:cNvSpPr txBox="1"/>
          <p:nvPr/>
        </p:nvSpPr>
        <p:spPr>
          <a:xfrm>
            <a:off x="4518508" y="284732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300" dirty="0"/>
          </a:p>
        </p:txBody>
      </p:sp>
      <p:sp>
        <p:nvSpPr>
          <p:cNvPr id="37" name="Text 25"/>
          <p:cNvSpPr txBox="1"/>
          <p:nvPr/>
        </p:nvSpPr>
        <p:spPr>
          <a:xfrm>
            <a:off x="4518508" y="311505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المطفّفين (١)</a:t>
            </a:r>
            <a:endParaRPr lang="en-US" sz="2200" dirty="0"/>
          </a:p>
        </p:txBody>
      </p:sp>
      <p:sp>
        <p:nvSpPr>
          <p:cNvPr id="38" name="Text 26"/>
          <p:cNvSpPr txBox="1"/>
          <p:nvPr/>
        </p:nvSpPr>
        <p:spPr>
          <a:xfrm>
            <a:off x="4518508" y="350178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١٣</a:t>
            </a:r>
            <a:endParaRPr lang="en-US" sz="1300" dirty="0"/>
          </a:p>
        </p:txBody>
      </p:sp>
      <p:pic>
        <p:nvPicPr>
          <p:cNvPr id="39" name="Image 10" descr="a/clear.png">
            <a:hlinkClick r:id="rId17" tooltip="الدرس الخامس" action="ppaction://hlinksldjump"/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81348" y="2743200"/>
            <a:ext cx="3429000" cy="1115568"/>
          </a:xfrm>
          <a:prstGeom prst="rect">
            <a:avLst/>
          </a:prstGeom>
        </p:spPr>
      </p:pic>
      <p:sp>
        <p:nvSpPr>
          <p:cNvPr id="40" name="Shape 27"/>
          <p:cNvSpPr/>
          <p:nvPr/>
        </p:nvSpPr>
        <p:spPr>
          <a:xfrm>
            <a:off x="632308" y="274320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1" name="Image 11" descr="a/star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220060" y="2971800"/>
            <a:ext cx="658368" cy="658368"/>
          </a:xfrm>
          <a:prstGeom prst="rect">
            <a:avLst/>
          </a:prstGeom>
        </p:spPr>
      </p:pic>
      <p:sp>
        <p:nvSpPr>
          <p:cNvPr id="42" name="Text 28"/>
          <p:cNvSpPr txBox="1"/>
          <p:nvPr/>
        </p:nvSpPr>
        <p:spPr>
          <a:xfrm>
            <a:off x="3220060" y="2971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000" dirty="0"/>
          </a:p>
        </p:txBody>
      </p:sp>
      <p:sp>
        <p:nvSpPr>
          <p:cNvPr id="43" name="Text 29"/>
          <p:cNvSpPr txBox="1"/>
          <p:nvPr/>
        </p:nvSpPr>
        <p:spPr>
          <a:xfrm>
            <a:off x="769468" y="284732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300" dirty="0"/>
          </a:p>
        </p:txBody>
      </p:sp>
      <p:sp>
        <p:nvSpPr>
          <p:cNvPr id="44" name="Text 30"/>
          <p:cNvSpPr txBox="1"/>
          <p:nvPr/>
        </p:nvSpPr>
        <p:spPr>
          <a:xfrm>
            <a:off x="769468" y="311505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المطفّفين (٢)</a:t>
            </a:r>
            <a:endParaRPr lang="en-US" sz="2200" dirty="0"/>
          </a:p>
        </p:txBody>
      </p:sp>
      <p:sp>
        <p:nvSpPr>
          <p:cNvPr id="45" name="Text 31"/>
          <p:cNvSpPr txBox="1"/>
          <p:nvPr/>
        </p:nvSpPr>
        <p:spPr>
          <a:xfrm>
            <a:off x="769468" y="350178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١٤ – ٢٥</a:t>
            </a:r>
            <a:endParaRPr lang="en-US" sz="1300" dirty="0"/>
          </a:p>
        </p:txBody>
      </p:sp>
      <p:pic>
        <p:nvPicPr>
          <p:cNvPr id="46" name="Image 12" descr="a/clear.png">
            <a:hlinkClick r:id="rId20" tooltip="الدرس السادس" action="ppaction://hlinksldjump"/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32308" y="2743200"/>
            <a:ext cx="3429000" cy="1115568"/>
          </a:xfrm>
          <a:prstGeom prst="rect">
            <a:avLst/>
          </a:prstGeom>
        </p:spPr>
      </p:pic>
      <p:sp>
        <p:nvSpPr>
          <p:cNvPr id="47" name="Shape 32"/>
          <p:cNvSpPr/>
          <p:nvPr/>
        </p:nvSpPr>
        <p:spPr>
          <a:xfrm>
            <a:off x="8130388" y="402336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8" name="Image 13" descr="a/star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718140" y="4251960"/>
            <a:ext cx="658368" cy="658368"/>
          </a:xfrm>
          <a:prstGeom prst="rect">
            <a:avLst/>
          </a:prstGeom>
        </p:spPr>
      </p:pic>
      <p:sp>
        <p:nvSpPr>
          <p:cNvPr id="49" name="Text 33"/>
          <p:cNvSpPr txBox="1"/>
          <p:nvPr/>
        </p:nvSpPr>
        <p:spPr>
          <a:xfrm>
            <a:off x="10718140" y="4251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000" dirty="0"/>
          </a:p>
        </p:txBody>
      </p:sp>
      <p:sp>
        <p:nvSpPr>
          <p:cNvPr id="50" name="Text 34"/>
          <p:cNvSpPr txBox="1"/>
          <p:nvPr/>
        </p:nvSpPr>
        <p:spPr>
          <a:xfrm>
            <a:off x="8267548" y="412748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300" dirty="0"/>
          </a:p>
        </p:txBody>
      </p:sp>
      <p:sp>
        <p:nvSpPr>
          <p:cNvPr id="51" name="Text 35"/>
          <p:cNvSpPr txBox="1"/>
          <p:nvPr/>
        </p:nvSpPr>
        <p:spPr>
          <a:xfrm>
            <a:off x="8267548" y="439521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المطفّفين (٣)</a:t>
            </a:r>
            <a:endParaRPr lang="en-US" sz="2200" dirty="0"/>
          </a:p>
        </p:txBody>
      </p:sp>
      <p:sp>
        <p:nvSpPr>
          <p:cNvPr id="52" name="Text 36"/>
          <p:cNvSpPr txBox="1"/>
          <p:nvPr/>
        </p:nvSpPr>
        <p:spPr>
          <a:xfrm>
            <a:off x="8267548" y="478194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٢٦ – ٣٦</a:t>
            </a:r>
            <a:endParaRPr lang="en-US" sz="1300" dirty="0"/>
          </a:p>
        </p:txBody>
      </p:sp>
      <p:pic>
        <p:nvPicPr>
          <p:cNvPr id="53" name="Image 14" descr="a/clear.png">
            <a:hlinkClick r:id="rId23" tooltip="الدرس السابع" action="ppaction://hlinksldjump"/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8130388" y="4023360"/>
            <a:ext cx="3429000" cy="1115568"/>
          </a:xfrm>
          <a:prstGeom prst="rect">
            <a:avLst/>
          </a:prstGeom>
        </p:spPr>
      </p:pic>
      <p:sp>
        <p:nvSpPr>
          <p:cNvPr id="54" name="Shape 37"/>
          <p:cNvSpPr/>
          <p:nvPr/>
        </p:nvSpPr>
        <p:spPr>
          <a:xfrm>
            <a:off x="4381348" y="402336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55" name="Image 15" descr="a/star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969100" y="4251960"/>
            <a:ext cx="658368" cy="658368"/>
          </a:xfrm>
          <a:prstGeom prst="rect">
            <a:avLst/>
          </a:prstGeom>
        </p:spPr>
      </p:pic>
      <p:sp>
        <p:nvSpPr>
          <p:cNvPr id="56" name="Text 38"/>
          <p:cNvSpPr txBox="1"/>
          <p:nvPr/>
        </p:nvSpPr>
        <p:spPr>
          <a:xfrm>
            <a:off x="6969100" y="4251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000" dirty="0"/>
          </a:p>
        </p:txBody>
      </p:sp>
      <p:sp>
        <p:nvSpPr>
          <p:cNvPr id="57" name="Text 39"/>
          <p:cNvSpPr txBox="1"/>
          <p:nvPr/>
        </p:nvSpPr>
        <p:spPr>
          <a:xfrm>
            <a:off x="4518508" y="412748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300" dirty="0"/>
          </a:p>
        </p:txBody>
      </p:sp>
      <p:sp>
        <p:nvSpPr>
          <p:cNvPr id="58" name="Text 40"/>
          <p:cNvSpPr txBox="1"/>
          <p:nvPr/>
        </p:nvSpPr>
        <p:spPr>
          <a:xfrm>
            <a:off x="4518508" y="439521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الانفطار (١)</a:t>
            </a:r>
            <a:endParaRPr lang="en-US" sz="2200" dirty="0"/>
          </a:p>
        </p:txBody>
      </p:sp>
      <p:sp>
        <p:nvSpPr>
          <p:cNvPr id="59" name="Text 41"/>
          <p:cNvSpPr txBox="1"/>
          <p:nvPr/>
        </p:nvSpPr>
        <p:spPr>
          <a:xfrm>
            <a:off x="4518508" y="478194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٩</a:t>
            </a:r>
            <a:endParaRPr lang="en-US" sz="1300" dirty="0"/>
          </a:p>
        </p:txBody>
      </p:sp>
      <p:pic>
        <p:nvPicPr>
          <p:cNvPr id="60" name="Image 16" descr="a/clear.png">
            <a:hlinkClick r:id="rId26" tooltip="الدرس الثامن" action="ppaction://hlinksldjump"/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381348" y="4023360"/>
            <a:ext cx="3429000" cy="1115568"/>
          </a:xfrm>
          <a:prstGeom prst="rect">
            <a:avLst/>
          </a:prstGeom>
        </p:spPr>
      </p:pic>
      <p:sp>
        <p:nvSpPr>
          <p:cNvPr id="61" name="Shape 42"/>
          <p:cNvSpPr/>
          <p:nvPr/>
        </p:nvSpPr>
        <p:spPr>
          <a:xfrm>
            <a:off x="632308" y="402336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2" name="Image 17" descr="a/star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220060" y="4251960"/>
            <a:ext cx="658368" cy="658368"/>
          </a:xfrm>
          <a:prstGeom prst="rect">
            <a:avLst/>
          </a:prstGeom>
        </p:spPr>
      </p:pic>
      <p:sp>
        <p:nvSpPr>
          <p:cNvPr id="63" name="Text 43"/>
          <p:cNvSpPr txBox="1"/>
          <p:nvPr/>
        </p:nvSpPr>
        <p:spPr>
          <a:xfrm>
            <a:off x="3220060" y="425196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000" dirty="0"/>
          </a:p>
        </p:txBody>
      </p:sp>
      <p:sp>
        <p:nvSpPr>
          <p:cNvPr id="64" name="Text 44"/>
          <p:cNvSpPr txBox="1"/>
          <p:nvPr/>
        </p:nvSpPr>
        <p:spPr>
          <a:xfrm>
            <a:off x="769468" y="412748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300" dirty="0"/>
          </a:p>
        </p:txBody>
      </p:sp>
      <p:sp>
        <p:nvSpPr>
          <p:cNvPr id="65" name="Text 45"/>
          <p:cNvSpPr txBox="1"/>
          <p:nvPr/>
        </p:nvSpPr>
        <p:spPr>
          <a:xfrm>
            <a:off x="769468" y="439521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الانفطار (٢)</a:t>
            </a:r>
            <a:endParaRPr lang="en-US" sz="2200" dirty="0"/>
          </a:p>
        </p:txBody>
      </p:sp>
      <p:sp>
        <p:nvSpPr>
          <p:cNvPr id="66" name="Text 46"/>
          <p:cNvSpPr txBox="1"/>
          <p:nvPr/>
        </p:nvSpPr>
        <p:spPr>
          <a:xfrm>
            <a:off x="769468" y="478194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١٠ – ١٩</a:t>
            </a:r>
            <a:endParaRPr lang="en-US" sz="1300" dirty="0"/>
          </a:p>
        </p:txBody>
      </p:sp>
      <p:pic>
        <p:nvPicPr>
          <p:cNvPr id="67" name="Image 18" descr="a/clear.png">
            <a:hlinkClick r:id="rId29" tooltip="الدرس التاسع" action="ppaction://hlinksldjump"/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632308" y="4023360"/>
            <a:ext cx="3429000" cy="1115568"/>
          </a:xfrm>
          <a:prstGeom prst="rect">
            <a:avLst/>
          </a:prstGeom>
        </p:spPr>
      </p:pic>
      <p:sp>
        <p:nvSpPr>
          <p:cNvPr id="68" name="Shape 47"/>
          <p:cNvSpPr/>
          <p:nvPr/>
        </p:nvSpPr>
        <p:spPr>
          <a:xfrm>
            <a:off x="8130388" y="530352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69" name="Image 19" descr="a/star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0718140" y="5532120"/>
            <a:ext cx="658368" cy="658368"/>
          </a:xfrm>
          <a:prstGeom prst="rect">
            <a:avLst/>
          </a:prstGeom>
        </p:spPr>
      </p:pic>
      <p:sp>
        <p:nvSpPr>
          <p:cNvPr id="70" name="Text 48"/>
          <p:cNvSpPr txBox="1"/>
          <p:nvPr/>
        </p:nvSpPr>
        <p:spPr>
          <a:xfrm>
            <a:off x="10718140" y="5532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000" dirty="0"/>
          </a:p>
        </p:txBody>
      </p:sp>
      <p:sp>
        <p:nvSpPr>
          <p:cNvPr id="71" name="Text 49"/>
          <p:cNvSpPr txBox="1"/>
          <p:nvPr/>
        </p:nvSpPr>
        <p:spPr>
          <a:xfrm>
            <a:off x="8267548" y="540764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300" dirty="0"/>
          </a:p>
        </p:txBody>
      </p:sp>
      <p:sp>
        <p:nvSpPr>
          <p:cNvPr id="72" name="Text 50"/>
          <p:cNvSpPr txBox="1"/>
          <p:nvPr/>
        </p:nvSpPr>
        <p:spPr>
          <a:xfrm>
            <a:off x="8267548" y="567537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التكوير (١)</a:t>
            </a:r>
            <a:endParaRPr lang="en-US" sz="2200" dirty="0"/>
          </a:p>
        </p:txBody>
      </p:sp>
      <p:sp>
        <p:nvSpPr>
          <p:cNvPr id="73" name="Text 51"/>
          <p:cNvSpPr txBox="1"/>
          <p:nvPr/>
        </p:nvSpPr>
        <p:spPr>
          <a:xfrm>
            <a:off x="8267548" y="606210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١٤</a:t>
            </a:r>
            <a:endParaRPr lang="en-US" sz="1300" dirty="0"/>
          </a:p>
        </p:txBody>
      </p:sp>
      <p:pic>
        <p:nvPicPr>
          <p:cNvPr id="74" name="Image 20" descr="a/clear.png">
            <a:hlinkClick r:id="rId32" tooltip="الدرس العاشر" action="ppaction://hlinksldjump"/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8130388" y="5303520"/>
            <a:ext cx="3429000" cy="1115568"/>
          </a:xfrm>
          <a:prstGeom prst="rect">
            <a:avLst/>
          </a:prstGeom>
        </p:spPr>
      </p:pic>
      <p:sp>
        <p:nvSpPr>
          <p:cNvPr id="75" name="Shape 52"/>
          <p:cNvSpPr/>
          <p:nvPr/>
        </p:nvSpPr>
        <p:spPr>
          <a:xfrm>
            <a:off x="4381348" y="5303520"/>
            <a:ext cx="3429000" cy="1115568"/>
          </a:xfrm>
          <a:prstGeom prst="roundRect">
            <a:avLst>
              <a:gd name="adj" fmla="val 12295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6" name="Image 21" descr="a/star.png">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6969100" y="5532120"/>
            <a:ext cx="658368" cy="658368"/>
          </a:xfrm>
          <a:prstGeom prst="rect">
            <a:avLst/>
          </a:prstGeom>
        </p:spPr>
      </p:pic>
      <p:sp>
        <p:nvSpPr>
          <p:cNvPr id="77" name="Text 53"/>
          <p:cNvSpPr txBox="1"/>
          <p:nvPr/>
        </p:nvSpPr>
        <p:spPr>
          <a:xfrm>
            <a:off x="6969100" y="5532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000" dirty="0"/>
          </a:p>
        </p:txBody>
      </p:sp>
      <p:sp>
        <p:nvSpPr>
          <p:cNvPr id="78" name="Text 54"/>
          <p:cNvSpPr txBox="1"/>
          <p:nvPr/>
        </p:nvSpPr>
        <p:spPr>
          <a:xfrm>
            <a:off x="4518508" y="5407640"/>
            <a:ext cx="2240280" cy="267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</a:t>
            </a:r>
            <a:endParaRPr lang="en-US" sz="1300" dirty="0"/>
          </a:p>
        </p:txBody>
      </p:sp>
      <p:sp>
        <p:nvSpPr>
          <p:cNvPr id="79" name="Text 55"/>
          <p:cNvSpPr txBox="1"/>
          <p:nvPr/>
        </p:nvSpPr>
        <p:spPr>
          <a:xfrm>
            <a:off x="4518508" y="5675376"/>
            <a:ext cx="2240280" cy="371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التكوير (٢)</a:t>
            </a:r>
            <a:endParaRPr lang="en-US" sz="2200" dirty="0"/>
          </a:p>
        </p:txBody>
      </p:sp>
      <p:sp>
        <p:nvSpPr>
          <p:cNvPr id="80" name="Text 56"/>
          <p:cNvSpPr txBox="1"/>
          <p:nvPr/>
        </p:nvSpPr>
        <p:spPr>
          <a:xfrm>
            <a:off x="4518508" y="6062106"/>
            <a:ext cx="2240280" cy="252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١٥ – ٢٩</a:t>
            </a:r>
            <a:endParaRPr lang="en-US" sz="1300" dirty="0"/>
          </a:p>
        </p:txBody>
      </p:sp>
      <p:pic>
        <p:nvPicPr>
          <p:cNvPr id="81" name="Image 22" descr="a/clear.png">
            <a:hlinkClick r:id="rId35" tooltip="الدرس الحادي عشر" action="ppaction://hlinksldjump"/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4381348" y="5303520"/>
            <a:ext cx="3429000" cy="11155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الأول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المسد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٥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«خَيْرُكُمْ مَنْ تَعَلَّمَ الْقُرْآنَ وَعَلَّمَهُ»</a:t>
            </a:r>
            <a:endParaRPr lang="en-US" sz="4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البخاري)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سورة المسد  •  الآيات ١ – 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المسد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الأول  •  الآيات ١ – 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0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851824"/>
            <a:ext cx="8183880" cy="420591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المسد  •  كتاب التلاوة ص ١٢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1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169" y="1508760"/>
            <a:ext cx="658261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المسد  •  كتاب التلاوة ص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1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1902" y="1508760"/>
            <a:ext cx="748514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المسد  •  كتاب التلاوة ص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1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91210" y="1508760"/>
            <a:ext cx="780653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الثاني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الهمزة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«اقْرَءُوا الْقُرْآنَ؛ فَإِنَّهُ يَأْتِي يَوْمَ الْقِيَامَةِ شَفِيعًا لِأَصْحَابِهِ»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سورة الهمزة  •  الآيات ١ – 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الهمزة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الثاني  •  الآيات ١ – 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02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395939"/>
            <a:ext cx="8183880" cy="511768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الهمزة  •  كتاب التلاوة ص ١٤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2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2293" y="1508760"/>
            <a:ext cx="680436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الهمزة  •  كتاب التلاوة ص 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2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1902" y="1508760"/>
            <a:ext cx="748514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الهمزة  •  كتاب التلاوة ص ١٥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2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8055" y="1508760"/>
            <a:ext cx="775284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الثالث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الانشقاق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١٣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«مَنْ قَرَأَ حَرْفًا مِنْ كِتَابِ اللَّهِ فَلَهُ بِهِ حَسَنَةٌ، وَالْحَسَنَةُ بِعَشْرِ أَمْثَالِهَا، لَا أَقُولُ الم حَرْفٌ، وَلَكِنْ أَلِفٌ حَرْفٌ، وَلَامٌ حَرْفٌ، وَمِيمٌ حَرْفٌ»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سورة الانشقاق (١)  •  الآيات ١ –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الانشقاق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الثالث  •  الآيات ١ –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03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3839" y="1188720"/>
            <a:ext cx="7176282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الانشقاق (١)  •  كتاب التلاوة ص ١٦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3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84551" y="1508760"/>
            <a:ext cx="841985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الانشقاق (١)  •  كتاب التلاوة ص ١٧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3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6885" y="1508760"/>
            <a:ext cx="753518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الانشقاق (١)  •  كتاب التلاوة ص ١٧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3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8055" y="1508760"/>
            <a:ext cx="775284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الرابع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الانشقاق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١٤ – ٢٥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«الْمَاهِرُ بِالْقُرْآنِ مَعَ السَّفَرَةِ الْكِرَامِ الْبَرَرَةِ، وَالَّذِي يَقْرَأُ الْقُرْآنَ وَيَتَتَعْتَعُ فِيهِ وَهُوَ عَلَيْهِ شَاقٌّ لَهُ أَجْرَانِ»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سورة الانشقاق (٢)  •  الآيات ١٤ –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الانشقاق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الرابع  •  الآيات ١٤ –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04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801" y="1188720"/>
            <a:ext cx="7620358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الانشقاق (٢)  •  كتاب التلاوة ص ١٨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4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1947" y="1508760"/>
            <a:ext cx="844505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الانشقاق (٢)  •  كتاب التلاوة ص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4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1411" y="1508760"/>
            <a:ext cx="800613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الانشقاق (٢)  •  كتاب التلاوة ص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4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28114" y="1508760"/>
            <a:ext cx="713272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الخامس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المطفّفين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١٣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«يُقَالُ لِصَاحِبِ الْقُرْآنِ: اقْرَأْ وَارْتَقِ وَرَتِّلْ كَمَا كُنْتَ تُرَتِّلُ فِي الدُّنْيَا؛ فَإِنَّ مَنْزِلَكَ عِنْدَ آخِرِ آيَةٍ تَقْرَؤُهَا»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أبو داود والترمذي)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سورة المطفّفين (١)  •  الآيات ١ –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المطفّفين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الخامس  •  الآيات ١ – ١٣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05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417998"/>
            <a:ext cx="8183880" cy="507356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المطفّفين (١)  •  كتاب التلاوة ص ٢٠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5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29304" y="1508760"/>
            <a:ext cx="693034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المطفّفين (١)  •  كتاب التلاوة ص 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5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98554" y="1508760"/>
            <a:ext cx="799184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٥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المطفّفين (١)  •  كتاب التلاوة ص ٢١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5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10609" y="1508760"/>
            <a:ext cx="7367733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السادس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المطفّفين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١٤ – ٢٥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اللَّهَ يَرْفَعُ بِهَذَا الْكِتَابِ أَقْوَامًا، وَيَضَعُ بِهِ آخَرِينَ»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سورة المطفّفين (٢)  •  الآيات ١٤ –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المطفّفين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السادس  •  الآيات ١٤ –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06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801" y="1188720"/>
            <a:ext cx="7620358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المطفّفين (٢)  •  كتاب التلاوة ص ٢٢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6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71947" y="1508760"/>
            <a:ext cx="8445059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المطفّفين (٢)  •  كتاب التلاوة ص ٢٣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6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65457" y="1508760"/>
            <a:ext cx="765803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٦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المطفّفين (٢)  •  كتاب التلاوة ص ٢٣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6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7129" y="1508760"/>
            <a:ext cx="7674694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السابع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المطفّفين (٣)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٢٦ – ٣٦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«مَا اجْتَمَعَ قَوْمٌ فِي بَيْتٍ مِنْ بُيُوتِ اللَّهِ يَتْلُونَ كِتَابَ اللَّهِ وَيَتَدَارَسُونَهُ بَيْنَهُمْ، إِلَّا نَزَلَتْ عَلَيْهِمُ السَّكِينَةُ، وَغَشِيَتْهُمُ الرَّحْمَةُ، وَحَفَّتْهُمُ الْمَلَائِكَةُ، وَذَكَرَهُمُ اللَّهُ فِيمَنْ عِنْدَهُ»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مسلم)</a:t>
            </a:r>
            <a:endParaRPr lang="en-US" sz="18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سورة المطفّفين (٣)  •  الآيات ٢٦ – ٣٦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المطفّفين (٣)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السابع  •  الآيات ٢٦ – ٣٦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07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177" y="1188720"/>
            <a:ext cx="7093605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المطفّفين (٣)  •  كتاب التلاوة ص ٢٤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7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0668" y="1508760"/>
            <a:ext cx="674761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المطفّفين (٣)  •  كتاب التلاوة ص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7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2612" y="1508760"/>
            <a:ext cx="7963728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٧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المطفّفين (٣)  •  كتاب التلاوة ص ٢٥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7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8615" y="1508760"/>
            <a:ext cx="749172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الثامن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الانفطار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«مَثَلُ الْمُؤْمِنِ الَّذِي يَقْرَأُ الْقُرْآنَ مَثَلُ الْأُتْرُجَّةِ: رِيحُهَا طَيِّبٌ، وَطَعْمُهَا طَيِّبٌ»</a:t>
            </a:r>
            <a:endParaRPr lang="en-US" sz="38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سورة الانفطار (١)  •  الآيات ١ – 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الانفطار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الثامن  •  الآيات ١ – 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08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851824"/>
            <a:ext cx="8183880" cy="4205911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الانفطار (١)  •  كتاب التلاوة ص ٢٦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8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5848" y="1508760"/>
            <a:ext cx="629725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الانفطار (١)  •  كتاب التلاوة ص 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8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1902" y="1508760"/>
            <a:ext cx="748514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٨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الانفطار (١)  •  كتاب التلاوة ص ٢٧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8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8055" y="1508760"/>
            <a:ext cx="775284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التاسع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الانفطار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١٠ – ١٩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«لَا حَسَدَ إِلَّا فِي اثْنَتَيْنِ: رَجُلٌ آتَاهُ اللَّهُ الْقُرْآنَ فَهُوَ يَقُومُ بِهِ آنَاءَ اللَّيْلِ وَآنَاءَ النَّهَارِ، وَرَجُلٌ آتَاهُ اللَّهُ مَالًا فَهُوَ يُنْفِقُهُ آنَاءَ اللَّيْلِ وَآنَاءَ النَّهَارِ»</a:t>
            </a:r>
            <a:endParaRPr lang="en-US" sz="30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عليه)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سورة الانفطار (٢)  •  الآيات ١٠ –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الانفطار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التاسع  •  الآيات ١٠ – ١٩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09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616529"/>
            <a:ext cx="8183880" cy="467650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الانفطار (٢)  •  كتاب التلاوة ص ٢٨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9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3087" y="1508760"/>
            <a:ext cx="608277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الانفطار (٢)  •  كتاب التلاوة ص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9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19641" y="1508760"/>
            <a:ext cx="794967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٩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الانفطار (٢)  •  كتاب التلاوة ص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09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8615" y="1508760"/>
            <a:ext cx="7491722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العاشر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التكوير (١)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 – ١٤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«تَعَاهَدُوا هَذَا الْقُرْآنَ، فَوَالَّذِي نَفْسُ مُحَمَّدٍ بِيَدِهِ لَهُوَ أَشَدُّ تَفَلُّتًا مِنَ الْإِبِلِ فِي عُقُلِهَا»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(متفق عليه، واللفظ لمسلم)</a:t>
            </a:r>
            <a:endParaRPr lang="en-US" sz="18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سورة التكوير (١)  •  الآيات ١ – ١٤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التكوير (١)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العاشر  •  الآيات ١ – ١٤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10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1726823"/>
            <a:ext cx="8183880" cy="4455913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التكوير (١)  •  كتاب التلاوة ص ٣٠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0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45848" y="1508760"/>
            <a:ext cx="6297256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التكوير (١)  •  كتاب التلاوة ص 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0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1902" y="1508760"/>
            <a:ext cx="7485147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١٠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التكوير (١)  •  كتاب التلاوة ص ٣١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0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2390" y="1508760"/>
            <a:ext cx="794417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051560"/>
            <a:ext cx="2103120" cy="21031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047488" y="1051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6600" dirty="0"/>
          </a:p>
        </p:txBody>
      </p:sp>
      <p:sp>
        <p:nvSpPr>
          <p:cNvPr id="5" name="Text 1"/>
          <p:cNvSpPr txBox="1"/>
          <p:nvPr/>
        </p:nvSpPr>
        <p:spPr>
          <a:xfrm>
            <a:off x="914400" y="3337560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5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الدرس الحادي عشر</a:t>
            </a:r>
            <a:endParaRPr lang="en-US" sz="5200" dirty="0"/>
          </a:p>
        </p:txBody>
      </p:sp>
      <p:sp>
        <p:nvSpPr>
          <p:cNvPr id="6" name="Text 2"/>
          <p:cNvSpPr txBox="1"/>
          <p:nvPr/>
        </p:nvSpPr>
        <p:spPr>
          <a:xfrm>
            <a:off x="914400" y="4160520"/>
            <a:ext cx="103601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التكوير (٢)</a:t>
            </a:r>
            <a:endParaRPr lang="en-US" sz="4000" dirty="0"/>
          </a:p>
        </p:txBody>
      </p:sp>
      <p:sp>
        <p:nvSpPr>
          <p:cNvPr id="7" name="Text 3"/>
          <p:cNvSpPr txBox="1"/>
          <p:nvPr/>
        </p:nvSpPr>
        <p:spPr>
          <a:xfrm>
            <a:off x="914400" y="493776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الآيات ١٥ – ٢٩</a:t>
            </a:r>
            <a:endParaRPr lang="en-US" sz="2200" dirty="0"/>
          </a:p>
        </p:txBody>
      </p:sp>
      <p:pic>
        <p:nvPicPr>
          <p:cNvPr id="8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من فضائلِ القرآنِ الكريم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1280160" y="1508760"/>
            <a:ext cx="962863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2540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41848" y="1188720"/>
            <a:ext cx="914400" cy="914400"/>
          </a:xfrm>
          <a:prstGeom prst="rect">
            <a:avLst/>
          </a:prstGeom>
        </p:spPr>
      </p:pic>
      <p:sp>
        <p:nvSpPr>
          <p:cNvPr id="10" name="Text 4"/>
          <p:cNvSpPr txBox="1"/>
          <p:nvPr/>
        </p:nvSpPr>
        <p:spPr>
          <a:xfrm>
            <a:off x="5641848" y="1188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600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۞</a:t>
            </a:r>
            <a:endParaRPr lang="en-US" sz="2600" dirty="0"/>
          </a:p>
        </p:txBody>
      </p:sp>
      <p:sp>
        <p:nvSpPr>
          <p:cNvPr id="11" name="Text 5"/>
          <p:cNvSpPr txBox="1"/>
          <p:nvPr/>
        </p:nvSpPr>
        <p:spPr>
          <a:xfrm>
            <a:off x="1737360" y="2194560"/>
            <a:ext cx="87142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قال رسولُ الله ﷺ:</a:t>
            </a:r>
            <a:endParaRPr lang="en-US" sz="2800" dirty="0"/>
          </a:p>
        </p:txBody>
      </p:sp>
      <p:sp>
        <p:nvSpPr>
          <p:cNvPr id="12" name="Text 6"/>
          <p:cNvSpPr txBox="1"/>
          <p:nvPr/>
        </p:nvSpPr>
        <p:spPr>
          <a:xfrm>
            <a:off x="1737360" y="2743200"/>
            <a:ext cx="8714232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«إِنَّ لِلَّهِ أَهْلِينَ مِنَ النَّاسِ» قَالُوا: يَا رَسُولَ اللَّهِ، مَنْ هُمْ؟ قَالَ: «هُمْ أَهْلُ الْقُرْآنِ، أَهْلُ اللَّهِ وَخَاصَّتُهُ»</a:t>
            </a:r>
            <a:endParaRPr lang="en-US" sz="3400" dirty="0"/>
          </a:p>
        </p:txBody>
      </p:sp>
      <p:sp>
        <p:nvSpPr>
          <p:cNvPr id="13" name="Text 7"/>
          <p:cNvSpPr txBox="1"/>
          <p:nvPr/>
        </p:nvSpPr>
        <p:spPr>
          <a:xfrm>
            <a:off x="1737360" y="5394960"/>
            <a:ext cx="8714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(رواه ابن ماجه وأحمد)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أهدافُ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سورة التكوير (٢)  •  الآيات ١٥ –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914400" y="1371600"/>
            <a:ext cx="10360152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5875">
            <a:solidFill>
              <a:srgbClr val="C8A24A"/>
            </a:solidFill>
            <a:prstDash val="solid"/>
          </a:ln>
        </p:spPr>
      </p:sp>
      <p:sp>
        <p:nvSpPr>
          <p:cNvPr id="9" name="Text 4"/>
          <p:cNvSpPr txBox="1"/>
          <p:nvPr/>
        </p:nvSpPr>
        <p:spPr>
          <a:xfrm>
            <a:off x="1143000" y="1371600"/>
            <a:ext cx="9902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عَزِيزِي الطَّالِب: </a:t>
            </a:r>
            <a:pPr algn="r" indent="0" marL="0">
              <a:buNone/>
            </a:pPr>
            <a:r>
              <a:rPr lang="en-US" sz="28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مِنَ المُتَوَقَّعِ في نِهَايَةِ دَرْسِنَا أن تكُون قَادرًا على: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914400" y="251460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3" descr="a/st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24160" y="2574036"/>
            <a:ext cx="749808" cy="74980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10424160" y="257403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</a:t>
            </a:r>
            <a:endParaRPr lang="en-US" sz="2200" dirty="0"/>
          </a:p>
        </p:txBody>
      </p:sp>
      <p:sp>
        <p:nvSpPr>
          <p:cNvPr id="13" name="Text 7"/>
          <p:cNvSpPr txBox="1"/>
          <p:nvPr/>
        </p:nvSpPr>
        <p:spPr>
          <a:xfrm>
            <a:off x="1188720" y="251460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الاستماع إلى تلاوة الآيات الكريمة ومحاكاتها.</a:t>
            </a:r>
            <a:endParaRPr lang="en-US" sz="2800" dirty="0"/>
          </a:p>
        </p:txBody>
      </p:sp>
      <p:sp>
        <p:nvSpPr>
          <p:cNvPr id="14" name="Shape 8"/>
          <p:cNvSpPr/>
          <p:nvPr/>
        </p:nvSpPr>
        <p:spPr>
          <a:xfrm>
            <a:off x="914400" y="352044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4" descr="a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4160" y="3579876"/>
            <a:ext cx="749808" cy="749808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0424160" y="357987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٢</a:t>
            </a:r>
            <a:endParaRPr lang="en-US" sz="2200" dirty="0"/>
          </a:p>
        </p:txBody>
      </p:sp>
      <p:sp>
        <p:nvSpPr>
          <p:cNvPr id="17" name="Text 10"/>
          <p:cNvSpPr txBox="1"/>
          <p:nvPr/>
        </p:nvSpPr>
        <p:spPr>
          <a:xfrm>
            <a:off x="1188720" y="352044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تلاوة الآيات الكريمة تلاوة صحيحة.</a:t>
            </a:r>
            <a:endParaRPr lang="en-US" sz="2800" dirty="0"/>
          </a:p>
        </p:txBody>
      </p:sp>
      <p:sp>
        <p:nvSpPr>
          <p:cNvPr id="18" name="Shape 11"/>
          <p:cNvSpPr/>
          <p:nvPr/>
        </p:nvSpPr>
        <p:spPr>
          <a:xfrm>
            <a:off x="914400" y="452628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5" descr="a/sta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24160" y="4585716"/>
            <a:ext cx="749808" cy="749808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0424160" y="458571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٣</a:t>
            </a:r>
            <a:endParaRPr lang="en-US" sz="2200" dirty="0"/>
          </a:p>
        </p:txBody>
      </p:sp>
      <p:sp>
        <p:nvSpPr>
          <p:cNvPr id="21" name="Text 13"/>
          <p:cNvSpPr txBox="1"/>
          <p:nvPr/>
        </p:nvSpPr>
        <p:spPr>
          <a:xfrm>
            <a:off x="1188720" y="452628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تعرّف معاني المفردات القرآنية.</a:t>
            </a:r>
            <a:endParaRPr lang="en-US" sz="2800" dirty="0"/>
          </a:p>
        </p:txBody>
      </p:sp>
      <p:sp>
        <p:nvSpPr>
          <p:cNvPr id="22" name="Shape 14"/>
          <p:cNvSpPr/>
          <p:nvPr/>
        </p:nvSpPr>
        <p:spPr>
          <a:xfrm>
            <a:off x="914400" y="5532120"/>
            <a:ext cx="10360152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C8A24A"/>
            </a:solidFill>
            <a:prstDash val="solid"/>
          </a:ln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pic>
        <p:nvPicPr>
          <p:cNvPr id="23" name="Image 6" descr="a/star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24160" y="5591556"/>
            <a:ext cx="749808" cy="749808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0424160" y="5591556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٤</a:t>
            </a:r>
            <a:endParaRPr lang="en-US" sz="2200" dirty="0"/>
          </a:p>
        </p:txBody>
      </p:sp>
      <p:sp>
        <p:nvSpPr>
          <p:cNvPr id="25" name="Text 16"/>
          <p:cNvSpPr txBox="1"/>
          <p:nvPr/>
        </p:nvSpPr>
        <p:spPr>
          <a:xfrm>
            <a:off x="1188720" y="5532120"/>
            <a:ext cx="9052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استنتاج ما ترشد إليه الآيات الكريمة.</a:t>
            </a:r>
            <a:endParaRPr lang="en-US" sz="2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سورة التكوير (٢)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الدرس الحادي عشر  •  الآيات ١٥ – ٢٩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pic>
        <p:nvPicPr>
          <p:cNvPr id="8" name="Image 3" descr="g3/c/L11_ayat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414" y="1188720"/>
            <a:ext cx="7365131" cy="553212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pic>
      <p:sp>
        <p:nvSpPr>
          <p:cNvPr id="9" name="Text 3"/>
          <p:cNvSpPr txBox="1"/>
          <p:nvPr/>
        </p:nvSpPr>
        <p:spPr>
          <a:xfrm>
            <a:off x="87325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أستمعُ وأُردِّد</a:t>
            </a:r>
            <a:endParaRPr lang="en-US" sz="2400" dirty="0"/>
          </a:p>
        </p:txBody>
      </p:sp>
      <p:sp>
        <p:nvSpPr>
          <p:cNvPr id="10" name="Shape 4"/>
          <p:cNvSpPr/>
          <p:nvPr/>
        </p:nvSpPr>
        <p:spPr>
          <a:xfrm>
            <a:off x="8732520" y="1810512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1" name="Text 5"/>
          <p:cNvSpPr txBox="1"/>
          <p:nvPr/>
        </p:nvSpPr>
        <p:spPr>
          <a:xfrm>
            <a:off x="960120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2" name="Text 6"/>
          <p:cNvSpPr txBox="1"/>
          <p:nvPr/>
        </p:nvSpPr>
        <p:spPr>
          <a:xfrm>
            <a:off x="9555480" y="213969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محمود خليل الحصري</a:t>
            </a:r>
            <a:endParaRPr lang="en-US" sz="1600" dirty="0"/>
          </a:p>
        </p:txBody>
      </p:sp>
      <p:pic>
        <p:nvPicPr>
          <p:cNvPr id="13" name="محمود خليل الحصري">
            <a:hlinkClick r:id="" action="ppaction://media"/>
          </p:cNvPr>
          <p:cNvPicPr>
            <a:picLocks noChangeAspect="1"/>
          </p:cNvPicPr>
          <p:nvPr>
            <a:audi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8860536" y="1901952"/>
            <a:ext cx="640080" cy="640080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732520" y="2761488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9601200" y="28346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16" name="Text 9"/>
          <p:cNvSpPr txBox="1"/>
          <p:nvPr/>
        </p:nvSpPr>
        <p:spPr>
          <a:xfrm>
            <a:off x="9555480" y="309067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عبد الباسط عبد الصمد</a:t>
            </a:r>
            <a:endParaRPr lang="en-US" sz="1600" dirty="0"/>
          </a:p>
        </p:txBody>
      </p:sp>
      <p:pic>
        <p:nvPicPr>
          <p:cNvPr id="17" name="عبد الباسط عبد الصمد">
            <a:hlinkClick r:id="" action="ppaction://media"/>
          </p:cNvPr>
          <p:cNvPicPr>
            <a:picLocks noChangeAspect="1"/>
          </p:cNvPicPr>
          <p:nvPr>
            <a:audioFile r:link="rId10"/>
            <p:extLst>
              <p:ext uri="{DAA4B4D4-6D71-4841-9C94-3DE7FCFB9230}">
                <p14:media xmlns:p14="http://schemas.microsoft.com/office/powerpoint/2010/main" r:embed="rId11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860536" y="2852928"/>
            <a:ext cx="640080" cy="640080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8732520" y="3712464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9601200" y="37856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0" name="Text 12"/>
          <p:cNvSpPr txBox="1"/>
          <p:nvPr/>
        </p:nvSpPr>
        <p:spPr>
          <a:xfrm>
            <a:off x="9555480" y="404164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محمد صديق المنشاوي</a:t>
            </a:r>
            <a:endParaRPr lang="en-US" sz="1600" dirty="0"/>
          </a:p>
        </p:txBody>
      </p:sp>
      <p:pic>
        <p:nvPicPr>
          <p:cNvPr id="21" name="محمد صديق المنشاوي">
            <a:hlinkClick r:id="" action="ppaction://media"/>
          </p:cNvPr>
          <p:cNvPicPr>
            <a:picLocks noChangeAspect="1"/>
          </p:cNvPicPr>
          <p:nvPr>
            <a:audioFile r:link="rId13"/>
            <p:extLst>
              <p:ext uri="{DAA4B4D4-6D71-4841-9C94-3DE7FCFB9230}">
                <p14:media xmlns:p14="http://schemas.microsoft.com/office/powerpoint/2010/main" r:embed="rId14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60536" y="3803904"/>
            <a:ext cx="640080" cy="640080"/>
          </a:xfrm>
          <a:prstGeom prst="rect">
            <a:avLst/>
          </a:prstGeom>
        </p:spPr>
      </p:pic>
      <p:sp>
        <p:nvSpPr>
          <p:cNvPr id="22" name="Shape 13"/>
          <p:cNvSpPr/>
          <p:nvPr/>
        </p:nvSpPr>
        <p:spPr>
          <a:xfrm>
            <a:off x="8732520" y="4663440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EEF4F0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3" name="Text 14"/>
          <p:cNvSpPr txBox="1"/>
          <p:nvPr/>
        </p:nvSpPr>
        <p:spPr>
          <a:xfrm>
            <a:off x="9601200" y="473659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الشيخ</a:t>
            </a:r>
            <a:endParaRPr lang="en-US" sz="1200" dirty="0"/>
          </a:p>
        </p:txBody>
      </p:sp>
      <p:sp>
        <p:nvSpPr>
          <p:cNvPr id="24" name="Text 15"/>
          <p:cNvSpPr txBox="1"/>
          <p:nvPr/>
        </p:nvSpPr>
        <p:spPr>
          <a:xfrm>
            <a:off x="9555480" y="499262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ماهر المعيقلي</a:t>
            </a:r>
            <a:endParaRPr lang="en-US" sz="1600" dirty="0"/>
          </a:p>
        </p:txBody>
      </p:sp>
      <p:pic>
        <p:nvPicPr>
          <p:cNvPr id="25" name="ماهر المعيقلي">
            <a:hlinkClick r:id="" action="ppaction://media"/>
          </p:cNvPr>
          <p:cNvPicPr>
            <a:picLocks noChangeAspect="1"/>
          </p:cNvPicPr>
          <p:nvPr>
            <a:audioFile r:link="rId16"/>
            <p:extLst>
              <p:ext uri="{DAA4B4D4-6D71-4841-9C94-3DE7FCFB9230}">
                <p14:media xmlns:p14="http://schemas.microsoft.com/office/powerpoint/2010/main" r:embed="rId17"/>
              </p:ext>
            </p:extLst>
          </p:nvPr>
        </p:nvPicPr>
        <p:blipFill>
          <a:blip r:embed="rId18"/>
          <a:stretch>
            <a:fillRect/>
          </a:stretch>
        </p:blipFill>
        <p:spPr>
          <a:xfrm>
            <a:off x="8860536" y="4754880"/>
            <a:ext cx="640080" cy="640080"/>
          </a:xfrm>
          <a:prstGeom prst="rect">
            <a:avLst/>
          </a:prstGeom>
        </p:spPr>
      </p:pic>
      <p:sp>
        <p:nvSpPr>
          <p:cNvPr id="26" name="Shape 16"/>
          <p:cNvSpPr/>
          <p:nvPr/>
        </p:nvSpPr>
        <p:spPr>
          <a:xfrm>
            <a:off x="8732520" y="5614416"/>
            <a:ext cx="3108960" cy="822960"/>
          </a:xfrm>
          <a:prstGeom prst="roundRect">
            <a:avLst>
              <a:gd name="adj" fmla="val 13333"/>
            </a:avLst>
          </a:prstGeom>
          <a:solidFill>
            <a:srgbClr val="FBF3DC"/>
          </a:solidFill>
          <a:ln w="12700">
            <a:solidFill>
              <a:srgbClr val="C8A24A"/>
            </a:solidFill>
            <a:prstDash val="solid"/>
          </a:ln>
        </p:spPr>
      </p:sp>
      <p:sp>
        <p:nvSpPr>
          <p:cNvPr id="27" name="Text 17"/>
          <p:cNvSpPr txBox="1"/>
          <p:nvPr/>
        </p:nvSpPr>
        <p:spPr>
          <a:xfrm>
            <a:off x="9601200" y="579729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المصحف المعلّم</a:t>
            </a:r>
            <a:endParaRPr lang="en-US" sz="2200" dirty="0"/>
          </a:p>
        </p:txBody>
      </p:sp>
      <p:pic>
        <p:nvPicPr>
          <p:cNvPr id="28" name="المصحف المعلّم">
            <a:hlinkClick r:id="" action="ppaction://media"/>
          </p:cNvPr>
          <p:cNvPicPr>
            <a:picLocks noChangeAspect="1"/>
          </p:cNvPicPr>
          <p:nvPr>
            <a:audioFile r:link="rId19"/>
            <p:extLst>
              <p:ext uri="{DAA4B4D4-6D71-4841-9C94-3DE7FCFB9230}">
                <p14:media xmlns:p14="http://schemas.microsoft.com/office/powerpoint/2010/main" r:embed="rId20"/>
              </p:ext>
            </p:extLst>
          </p:nvPr>
        </p:nvPicPr>
        <p:blipFill>
          <a:blip r:embed="rId21"/>
          <a:stretch>
            <a:fillRect/>
          </a:stretch>
        </p:blipFill>
        <p:spPr>
          <a:xfrm>
            <a:off x="8860536" y="5705856"/>
            <a:ext cx="640080" cy="640080"/>
          </a:xfrm>
          <a:prstGeom prst="rect">
            <a:avLst/>
          </a:prstGeom>
        </p:spPr>
      </p:pic>
      <p:sp>
        <p:nvSpPr>
          <p:cNvPr id="29" name="Text 18"/>
          <p:cNvSpPr txBox="1"/>
          <p:nvPr/>
        </p:nvSpPr>
        <p:spPr>
          <a:xfrm>
            <a:off x="8732520" y="6492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اضغط على السماعة للتشغيل أو الإيقاف</a:t>
            </a:r>
            <a:endParaRPr lang="en-US" sz="10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التكوير (٢)  •  كتاب التلاوة ص ٣٢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1_p0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6488" y="1508760"/>
            <a:ext cx="6575975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التكوير (٢)  •  كتاب التلاوة ص ٣٣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1_p1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8011" y="1508760"/>
            <a:ext cx="801293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301752"/>
            <a:ext cx="3383280" cy="586357"/>
          </a:xfrm>
          <a:prstGeom prst="rect">
            <a:avLst/>
          </a:prstGeom>
        </p:spPr>
      </p:pic>
      <p:pic>
        <p:nvPicPr>
          <p:cNvPr id="3" name="Image 1" descr="a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274320"/>
            <a:ext cx="731520" cy="73152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1201400" y="274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١١</a:t>
            </a:r>
            <a:endParaRPr lang="en-US" sz="2400" dirty="0"/>
          </a:p>
        </p:txBody>
      </p:sp>
      <p:sp>
        <p:nvSpPr>
          <p:cNvPr id="5" name="Text 1"/>
          <p:cNvSpPr txBox="1"/>
          <p:nvPr/>
        </p:nvSpPr>
        <p:spPr>
          <a:xfrm>
            <a:off x="4754880" y="25603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1B4D3E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أنشطةُ الدرس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4754880" y="731520"/>
            <a:ext cx="6263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b="1" dirty="0">
                <a:solidFill>
                  <a:srgbClr val="C8A2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سورة التكوير (٢)  •  كتاب التلاوة ص ٣٣</a:t>
            </a:r>
            <a:endParaRPr lang="en-US" sz="1500" dirty="0"/>
          </a:p>
        </p:txBody>
      </p:sp>
      <p:pic>
        <p:nvPicPr>
          <p:cNvPr id="7" name="Image 2" descr="a/home.png">
            <a:hlinkClick r:id="rId5" tooltip="فهرس الدروس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1325880"/>
            <a:ext cx="10908792" cy="5349240"/>
          </a:xfrm>
          <a:prstGeom prst="roundRect">
            <a:avLst>
              <a:gd name="adj" fmla="val 3419"/>
            </a:avLst>
          </a:prstGeom>
          <a:solidFill>
            <a:srgbClr val="FFFFFF"/>
          </a:solidFill>
          <a:ln w="19050">
            <a:solidFill>
              <a:srgbClr val="C8A24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pic>
        <p:nvPicPr>
          <p:cNvPr id="9" name="Image 3" descr="g3/c/L11_p2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34531" y="1508760"/>
            <a:ext cx="731989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728" y="182880"/>
            <a:ext cx="4206240" cy="728984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914400" y="2651760"/>
            <a:ext cx="10360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6000" b="1" dirty="0">
                <a:solidFill>
                  <a:srgbClr val="C8A24A"/>
                </a:solidFill>
                <a:latin typeface="Sakkal Majalla" pitchFamily="34" charset="0"/>
                <a:ea typeface="Sakkal Majalla" pitchFamily="34" charset="-122"/>
                <a:cs typeface="Sakkal Majalla" pitchFamily="34" charset="-120"/>
              </a:rPr>
              <a:t>صدق الله العظيم</a:t>
            </a:r>
            <a:endParaRPr lang="en-US" sz="6000" dirty="0"/>
          </a:p>
        </p:txBody>
      </p:sp>
      <p:pic>
        <p:nvPicPr>
          <p:cNvPr id="4" name="Image 1" descr="a/home.png">
            <a:hlinkClick r:id="rId4" tooltip="فهرس الدروس" action="ppaction://hlinksldjump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47472"/>
            <a:ext cx="50292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تلاوة القرآن الكريم – الصف الثالث</dc:title>
  <dc:subject>PptxGenJS Presentation</dc:subject>
  <dc:creator>PptxGenJS</dc:creator>
  <cp:lastModifiedBy>PptxGenJS</cp:lastModifiedBy>
  <cp:revision>1</cp:revision>
  <dcterms:created xsi:type="dcterms:W3CDTF">2026-09-29T09:48:52Z</dcterms:created>
  <dcterms:modified xsi:type="dcterms:W3CDTF">2026-09-29T09:48:52Z</dcterms:modified>
</cp:coreProperties>
</file>