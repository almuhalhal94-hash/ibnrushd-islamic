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5.xml"/><Relationship Id="rId14" Type="http://schemas.openxmlformats.org/officeDocument/2006/relationships/slide" Target="slide22.xml"/><Relationship Id="rId17" Type="http://schemas.openxmlformats.org/officeDocument/2006/relationships/slide" Target="slide29.xml"/><Relationship Id="rId20" Type="http://schemas.openxmlformats.org/officeDocument/2006/relationships/slide" Target="slide36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image" Target="../media/image-1-3.png"/><Relationship Id="rId19" Type="http://schemas.openxmlformats.org/officeDocument/2006/relationships/image" Target="../media/image-2-4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image" Target="../media/image-13-6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8-5.jpg"/><Relationship Id="rId7" Type="http://schemas.openxmlformats.org/officeDocument/2006/relationships/audio" Target="../media/media-18-6.mp3"/><Relationship Id="rId8" Type="http://schemas.microsoft.com/office/2007/relationships/media" Target="../media/media-18-6.mp3"/><Relationship Id="rId9" Type="http://schemas.openxmlformats.org/officeDocument/2006/relationships/image" Target="../media/image-6-8.png"/><Relationship Id="rId10" Type="http://schemas.openxmlformats.org/officeDocument/2006/relationships/audio" Target="../media/media-18-9.mp3"/><Relationship Id="rId11" Type="http://schemas.microsoft.com/office/2007/relationships/media" Target="../media/media-18-9.mp3"/><Relationship Id="rId12" Type="http://schemas.openxmlformats.org/officeDocument/2006/relationships/image" Target="../media/image-6-8.png"/><Relationship Id="rId13" Type="http://schemas.openxmlformats.org/officeDocument/2006/relationships/audio" Target="../media/media-18-12.mp3"/><Relationship Id="rId14" Type="http://schemas.microsoft.com/office/2007/relationships/media" Target="../media/media-18-12.mp3"/><Relationship Id="rId15" Type="http://schemas.openxmlformats.org/officeDocument/2006/relationships/image" Target="../media/image-6-8.png"/><Relationship Id="rId16" Type="http://schemas.openxmlformats.org/officeDocument/2006/relationships/audio" Target="../media/media-18-15.mp3"/><Relationship Id="rId17" Type="http://schemas.microsoft.com/office/2007/relationships/media" Target="../media/media-18-15.mp3"/><Relationship Id="rId18" Type="http://schemas.openxmlformats.org/officeDocument/2006/relationships/image" Target="../media/image-6-8.png"/><Relationship Id="rId19" Type="http://schemas.openxmlformats.org/officeDocument/2006/relationships/audio" Target="../media/media-18-18.mp3"/><Relationship Id="rId20" Type="http://schemas.microsoft.com/office/2007/relationships/media" Target="../media/media-18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5-5.jpg"/><Relationship Id="rId7" Type="http://schemas.openxmlformats.org/officeDocument/2006/relationships/audio" Target="../media/media-25-6.mp3"/><Relationship Id="rId8" Type="http://schemas.microsoft.com/office/2007/relationships/media" Target="../media/media-25-6.mp3"/><Relationship Id="rId9" Type="http://schemas.openxmlformats.org/officeDocument/2006/relationships/image" Target="../media/image-6-8.png"/><Relationship Id="rId10" Type="http://schemas.openxmlformats.org/officeDocument/2006/relationships/audio" Target="../media/media-25-9.mp3"/><Relationship Id="rId11" Type="http://schemas.microsoft.com/office/2007/relationships/media" Target="../media/media-25-9.mp3"/><Relationship Id="rId12" Type="http://schemas.openxmlformats.org/officeDocument/2006/relationships/image" Target="../media/image-6-8.png"/><Relationship Id="rId13" Type="http://schemas.openxmlformats.org/officeDocument/2006/relationships/audio" Target="../media/media-25-12.mp3"/><Relationship Id="rId14" Type="http://schemas.microsoft.com/office/2007/relationships/media" Target="../media/media-25-12.mp3"/><Relationship Id="rId15" Type="http://schemas.openxmlformats.org/officeDocument/2006/relationships/image" Target="../media/image-6-8.png"/><Relationship Id="rId16" Type="http://schemas.openxmlformats.org/officeDocument/2006/relationships/audio" Target="../media/media-25-15.mp3"/><Relationship Id="rId17" Type="http://schemas.microsoft.com/office/2007/relationships/media" Target="../media/media-25-15.mp3"/><Relationship Id="rId18" Type="http://schemas.openxmlformats.org/officeDocument/2006/relationships/image" Target="../media/image-6-8.png"/><Relationship Id="rId19" Type="http://schemas.openxmlformats.org/officeDocument/2006/relationships/audio" Target="../media/media-25-18.mp3"/><Relationship Id="rId20" Type="http://schemas.microsoft.com/office/2007/relationships/media" Target="../media/media-25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2-5.jpg"/><Relationship Id="rId7" Type="http://schemas.openxmlformats.org/officeDocument/2006/relationships/audio" Target="../media/media-32-6.mp3"/><Relationship Id="rId8" Type="http://schemas.microsoft.com/office/2007/relationships/media" Target="../media/media-32-6.mp3"/><Relationship Id="rId9" Type="http://schemas.openxmlformats.org/officeDocument/2006/relationships/image" Target="../media/image-6-8.png"/><Relationship Id="rId10" Type="http://schemas.openxmlformats.org/officeDocument/2006/relationships/audio" Target="../media/media-32-9.mp3"/><Relationship Id="rId11" Type="http://schemas.microsoft.com/office/2007/relationships/media" Target="../media/media-32-9.mp3"/><Relationship Id="rId12" Type="http://schemas.openxmlformats.org/officeDocument/2006/relationships/image" Target="../media/image-6-8.png"/><Relationship Id="rId13" Type="http://schemas.openxmlformats.org/officeDocument/2006/relationships/audio" Target="../media/media-32-12.mp3"/><Relationship Id="rId14" Type="http://schemas.microsoft.com/office/2007/relationships/media" Target="../media/media-32-12.mp3"/><Relationship Id="rId15" Type="http://schemas.openxmlformats.org/officeDocument/2006/relationships/image" Target="../media/image-6-8.png"/><Relationship Id="rId16" Type="http://schemas.openxmlformats.org/officeDocument/2006/relationships/audio" Target="../media/media-32-15.mp3"/><Relationship Id="rId17" Type="http://schemas.microsoft.com/office/2007/relationships/media" Target="../media/media-32-15.mp3"/><Relationship Id="rId18" Type="http://schemas.openxmlformats.org/officeDocument/2006/relationships/image" Target="../media/image-6-8.png"/><Relationship Id="rId19" Type="http://schemas.openxmlformats.org/officeDocument/2006/relationships/audio" Target="../media/media-32-18.mp3"/><Relationship Id="rId20" Type="http://schemas.microsoft.com/office/2007/relationships/media" Target="../media/media-3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9-5.jpg"/><Relationship Id="rId7" Type="http://schemas.openxmlformats.org/officeDocument/2006/relationships/audio" Target="../media/media-39-6.mp3"/><Relationship Id="rId8" Type="http://schemas.microsoft.com/office/2007/relationships/media" Target="../media/media-39-6.mp3"/><Relationship Id="rId9" Type="http://schemas.openxmlformats.org/officeDocument/2006/relationships/image" Target="../media/image-6-8.png"/><Relationship Id="rId10" Type="http://schemas.openxmlformats.org/officeDocument/2006/relationships/audio" Target="../media/media-39-9.mp3"/><Relationship Id="rId11" Type="http://schemas.microsoft.com/office/2007/relationships/media" Target="../media/media-39-9.mp3"/><Relationship Id="rId12" Type="http://schemas.openxmlformats.org/officeDocument/2006/relationships/image" Target="../media/image-6-8.png"/><Relationship Id="rId13" Type="http://schemas.openxmlformats.org/officeDocument/2006/relationships/audio" Target="../media/media-39-12.mp3"/><Relationship Id="rId14" Type="http://schemas.microsoft.com/office/2007/relationships/media" Target="../media/media-39-12.mp3"/><Relationship Id="rId15" Type="http://schemas.openxmlformats.org/officeDocument/2006/relationships/image" Target="../media/image-6-8.png"/><Relationship Id="rId16" Type="http://schemas.openxmlformats.org/officeDocument/2006/relationships/audio" Target="../media/media-39-15.mp3"/><Relationship Id="rId17" Type="http://schemas.microsoft.com/office/2007/relationships/media" Target="../media/media-39-15.mp3"/><Relationship Id="rId18" Type="http://schemas.openxmlformats.org/officeDocument/2006/relationships/image" Target="../media/image-6-8.png"/><Relationship Id="rId19" Type="http://schemas.openxmlformats.org/officeDocument/2006/relationships/audio" Target="../media/media-39-18.mp3"/><Relationship Id="rId20" Type="http://schemas.microsoft.com/office/2007/relationships/media" Target="../media/media-39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الثامن – الجزء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 – ٦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20116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(١)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١–١٢</a:t>
            </a:r>
            <a:endParaRPr lang="en-US" sz="1400" dirty="0"/>
          </a:p>
        </p:txBody>
      </p:sp>
      <p:pic>
        <p:nvPicPr>
          <p:cNvPr id="11" name="Image 2" descr="a/clear.png">
            <a:hlinkClick r:id="rId5" tooltip="الدرس الأول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691640"/>
            <a:ext cx="3429000" cy="1417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201168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مدُّ اللِّين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حكم تجويدي</a:t>
            </a:r>
            <a:endParaRPr lang="en-US" sz="1400" dirty="0"/>
          </a:p>
        </p:txBody>
      </p:sp>
      <p:pic>
        <p:nvPicPr>
          <p:cNvPr id="18" name="Image 4" descr="a/clear.png">
            <a:hlinkClick r:id="rId8" tooltip="الدرس الثاني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691640"/>
            <a:ext cx="3429000" cy="1417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201168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(٢)</a:t>
            </a:r>
            <a:endParaRPr lang="en-US" sz="26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١٣–١٩</a:t>
            </a:r>
            <a:endParaRPr lang="en-US" sz="1400" dirty="0"/>
          </a:p>
        </p:txBody>
      </p:sp>
      <p:pic>
        <p:nvPicPr>
          <p:cNvPr id="25" name="Image 6" descr="a/clear.png">
            <a:hlinkClick r:id="rId11" tooltip="الدرس الثالث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691640"/>
            <a:ext cx="3429000" cy="141732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7490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4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(٣)</a:t>
            </a:r>
            <a:endParaRPr lang="en-US" sz="26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٢٠–٢٧</a:t>
            </a:r>
            <a:endParaRPr lang="en-US" sz="1400" dirty="0"/>
          </a:p>
        </p:txBody>
      </p:sp>
      <p:pic>
        <p:nvPicPr>
          <p:cNvPr id="32" name="Image 8" descr="a/clear.png">
            <a:hlinkClick r:id="rId14" tooltip="الدرس الرابع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429000"/>
            <a:ext cx="3429000" cy="141732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7490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2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4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(٤)</a:t>
            </a:r>
            <a:endParaRPr lang="en-US" sz="26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٢٨–٣٢</a:t>
            </a:r>
            <a:endParaRPr lang="en-US" sz="1400" dirty="0"/>
          </a:p>
        </p:txBody>
      </p:sp>
      <p:pic>
        <p:nvPicPr>
          <p:cNvPr id="39" name="Image 10" descr="a/clear.png">
            <a:hlinkClick r:id="rId17" tooltip="الدرس الخامس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429000"/>
            <a:ext cx="3429000" cy="1417320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3230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1" name="Image 11" descr="a/sta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01188" y="3749040"/>
            <a:ext cx="777240" cy="77724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10118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200" dirty="0"/>
          </a:p>
        </p:txBody>
      </p:sp>
      <p:sp>
        <p:nvSpPr>
          <p:cNvPr id="43" name="Text 29"/>
          <p:cNvSpPr txBox="1"/>
          <p:nvPr/>
        </p:nvSpPr>
        <p:spPr>
          <a:xfrm>
            <a:off x="76946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400" dirty="0"/>
          </a:p>
        </p:txBody>
      </p:sp>
      <p:sp>
        <p:nvSpPr>
          <p:cNvPr id="44" name="Text 30"/>
          <p:cNvSpPr txBox="1"/>
          <p:nvPr/>
        </p:nvSpPr>
        <p:spPr>
          <a:xfrm>
            <a:off x="76946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(٥)</a:t>
            </a:r>
            <a:endParaRPr lang="en-US" sz="2600" dirty="0"/>
          </a:p>
        </p:txBody>
      </p:sp>
      <p:sp>
        <p:nvSpPr>
          <p:cNvPr id="45" name="Text 31"/>
          <p:cNvSpPr txBox="1"/>
          <p:nvPr/>
        </p:nvSpPr>
        <p:spPr>
          <a:xfrm>
            <a:off x="76946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٣٣–٤٠</a:t>
            </a:r>
            <a:endParaRPr lang="en-US" sz="1400" dirty="0"/>
          </a:p>
        </p:txBody>
      </p:sp>
      <p:pic>
        <p:nvPicPr>
          <p:cNvPr id="46" name="Image 12" descr="a/clear.png">
            <a:hlinkClick r:id="rId20" tooltip="الدرس السادس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308" y="3429000"/>
            <a:ext cx="34290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الأول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١–١٢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«خَيْرُكُمْ مَنْ تَعَلَّمَ الْقُرْآنَ وَعَلَّمَهُ»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سورة يس (١)  •  الآيات ١–١٢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1_aya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087" y="1188720"/>
            <a:ext cx="5293785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1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200992"/>
            <a:ext cx="9994392" cy="1278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1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631197"/>
            <a:ext cx="9628632" cy="46928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1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314288"/>
            <a:ext cx="9994392" cy="3326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مدُّ اللِّين</a:t>
            </a:r>
            <a:endParaRPr lang="en-US" sz="40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«اقْرَءُوا الْقُرْآنَ؛ فَإِنَّهُ يَأْتِي يَوْمَ الْقِيَامَةِ شَفِيعًا لِأَصْحَابِهِ»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مدُّ اللِّين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تحديد مفهوم مدّ اللين.</a:t>
            </a:r>
            <a:endParaRPr lang="en-US" sz="26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تمييز حرفَي اللين في الكلمات القرآنية.</a:t>
            </a:r>
            <a:endParaRPr lang="en-US" sz="26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 حكم مدّ اللين ومقداره عند الوقف.</a:t>
            </a:r>
            <a:endParaRPr lang="en-US" sz="26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مدّ اللين في التلاوة تطبيقًا صحيحًا.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مدُّ اللِّين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 • الحروف • المقدار والحكم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2_a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384640"/>
            <a:ext cx="5532120" cy="3140280"/>
          </a:xfrm>
          <a:prstGeom prst="rect">
            <a:avLst/>
          </a:prstGeom>
        </p:spPr>
      </p:pic>
      <p:pic>
        <p:nvPicPr>
          <p:cNvPr id="9" name="Image 4" descr="c/L02_a2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2364840"/>
            <a:ext cx="5532120" cy="317988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6099048" y="1554480"/>
            <a:ext cx="0" cy="4846320"/>
          </a:xfrm>
          <a:prstGeom prst="line">
            <a:avLst/>
          </a:prstGeom>
          <a:noFill/>
          <a:ln w="15875">
            <a:solidFill>
              <a:srgbClr val="C8A24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مدُّ اللِّين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أمثلة على مدّ اللين عند الوقف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2_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1837147"/>
            <a:ext cx="10515600" cy="40981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١٣–١٩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«مَنْ قَرَأَ حَرْفًا مِنْ كِتَابِ اللَّهِ فَلَهُ بِهِ حَسَنَةٌ، وَالْحَسَنَةُ بِعَشْرِ أَمْثَالِهَا، لَا أَقُولُ الم حَرْفٌ، وَلَكِنْ أَلِفٌ حَرْفٌ، وَلَامٌ حَرْفٌ، وَمِيمٌ حَرْفٌ»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سورة يس (٢)  •  الآيات ١٣–١٩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١٣–١٩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3_aya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210" y="1188720"/>
            <a:ext cx="5711540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١٣–١٩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3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158582"/>
            <a:ext cx="9994392" cy="13637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١٣–١٩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3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139518"/>
            <a:ext cx="9628632" cy="36762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١٣–١٩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3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0514" y="1554480"/>
            <a:ext cx="69279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٢٠–٢٧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«الْمَاهِرُ بِالْقُرْآنِ مَعَ السَّفَرَةِ الْكِرَامِ الْبَرَرَةِ، وَالَّذِي يَقْرَأُ الْقُرْآنَ وَيَتَتَعْتَعُ فِيهِ وَهُوَ عَلَيْهِ شَاقٌّ لَهُ أَجْرَانِ»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سورة يس (٣)  •  الآيات ٢٠–٢٧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٢٠–٢٧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4_aya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649347"/>
            <a:ext cx="8183880" cy="461086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٢٠–٢٧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4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005360"/>
            <a:ext cx="9994392" cy="16702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٢٠–٢٧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4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922749"/>
            <a:ext cx="9628632" cy="410978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٢٠–٢٧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4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1567" y="1554480"/>
            <a:ext cx="912581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٢٨–٣٢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«يُقَالُ لِصَاحِبِ الْقُرْآنِ: اقْرَأْ وَارْتَقِ وَرَتِّلْ كَمَا كُنْتَ تُرَتِّلُ فِي الدُّنْيَا؛ فَإِنَّ مَنْزِلَكَ عِنْدَ آخِرِ آيَةٍ تَقْرَؤُهَا»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سورة يس (٤)  •  الآيات ٢٨–٣٢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٢٨–٣٢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5_aya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669776"/>
            <a:ext cx="8183880" cy="457000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٢٨–٣٢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5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066432"/>
            <a:ext cx="9994392" cy="354809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٢٨–٣٢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5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993385"/>
            <a:ext cx="9628632" cy="396851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٢٨–٣٢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5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4888" y="1554480"/>
            <a:ext cx="887917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(٥)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٣٣–٤٠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اللَّهَ يَرْفَعُ بِهَذَا الْكِتَابِ أَقْوَامًا، وَيَضَعُ بِهِ آخَرِينَ»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سورة يس (٥)  •  الآيات ٣٣–٤٠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(٥)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٣٣–٤٠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6_aya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260220"/>
            <a:ext cx="8183880" cy="5389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٣٣–٤٠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6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491963"/>
            <a:ext cx="9994392" cy="269703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٣٣–٤٠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6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20576"/>
            <a:ext cx="9628632" cy="431412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٣٣–٤٠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6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9320" y="1554480"/>
            <a:ext cx="745031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سورة يس</dc:title>
  <dc:subject>PptxGenJS Presentation</dc:subject>
  <dc:creator>PptxGenJS</dc:creator>
  <cp:lastModifiedBy>PptxGenJS</cp:lastModifiedBy>
  <cp:revision>1</cp:revision>
  <dcterms:created xsi:type="dcterms:W3CDTF">2026-09-29T10:35:34Z</dcterms:created>
  <dcterms:modified xsi:type="dcterms:W3CDTF">2026-09-29T10:35:34Z</dcterms:modified>
</cp:coreProperties>
</file>