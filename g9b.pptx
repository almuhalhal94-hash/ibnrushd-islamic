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0.xml"/><Relationship Id="rId11" Type="http://schemas.openxmlformats.org/officeDocument/2006/relationships/slide" Target="slide18.xml"/><Relationship Id="rId14" Type="http://schemas.openxmlformats.org/officeDocument/2006/relationships/slide" Target="slide26.xml"/><Relationship Id="rId17" Type="http://schemas.openxmlformats.org/officeDocument/2006/relationships/slide" Target="slide33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audio" Target="../media/media-13-6.mp3"/><Relationship Id="rId8" Type="http://schemas.microsoft.com/office/2007/relationships/media" Target="../media/media-13-6.mp3"/><Relationship Id="rId9" Type="http://schemas.openxmlformats.org/officeDocument/2006/relationships/image" Target="../media/image-6-8.png"/><Relationship Id="rId10" Type="http://schemas.openxmlformats.org/officeDocument/2006/relationships/audio" Target="../media/media-13-9.mp3"/><Relationship Id="rId11" Type="http://schemas.microsoft.com/office/2007/relationships/media" Target="../media/media-13-9.mp3"/><Relationship Id="rId12" Type="http://schemas.openxmlformats.org/officeDocument/2006/relationships/image" Target="../media/image-6-8.png"/><Relationship Id="rId13" Type="http://schemas.openxmlformats.org/officeDocument/2006/relationships/audio" Target="../media/media-13-12.mp3"/><Relationship Id="rId14" Type="http://schemas.microsoft.com/office/2007/relationships/media" Target="../media/media-13-12.mp3"/><Relationship Id="rId15" Type="http://schemas.openxmlformats.org/officeDocument/2006/relationships/image" Target="../media/image-6-8.png"/><Relationship Id="rId16" Type="http://schemas.openxmlformats.org/officeDocument/2006/relationships/audio" Target="../media/media-13-15.mp3"/><Relationship Id="rId17" Type="http://schemas.microsoft.com/office/2007/relationships/media" Target="../media/media-13-15.mp3"/><Relationship Id="rId18" Type="http://schemas.openxmlformats.org/officeDocument/2006/relationships/image" Target="../media/image-6-8.png"/><Relationship Id="rId19" Type="http://schemas.openxmlformats.org/officeDocument/2006/relationships/audio" Target="../media/media-13-18.mp3"/><Relationship Id="rId20" Type="http://schemas.microsoft.com/office/2007/relationships/media" Target="../media/media-13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audio" Target="../media/media-13-6.mp3"/><Relationship Id="rId8" Type="http://schemas.microsoft.com/office/2007/relationships/media" Target="../media/media-13-6.mp3"/><Relationship Id="rId9" Type="http://schemas.openxmlformats.org/officeDocument/2006/relationships/image" Target="../media/image-6-8.png"/><Relationship Id="rId10" Type="http://schemas.openxmlformats.org/officeDocument/2006/relationships/audio" Target="../media/media-13-9.mp3"/><Relationship Id="rId11" Type="http://schemas.microsoft.com/office/2007/relationships/media" Target="../media/media-13-9.mp3"/><Relationship Id="rId12" Type="http://schemas.openxmlformats.org/officeDocument/2006/relationships/image" Target="../media/image-6-8.png"/><Relationship Id="rId13" Type="http://schemas.openxmlformats.org/officeDocument/2006/relationships/audio" Target="../media/media-13-12.mp3"/><Relationship Id="rId14" Type="http://schemas.microsoft.com/office/2007/relationships/media" Target="../media/media-13-12.mp3"/><Relationship Id="rId15" Type="http://schemas.openxmlformats.org/officeDocument/2006/relationships/image" Target="../media/image-6-8.png"/><Relationship Id="rId16" Type="http://schemas.openxmlformats.org/officeDocument/2006/relationships/audio" Target="../media/media-13-15.mp3"/><Relationship Id="rId17" Type="http://schemas.microsoft.com/office/2007/relationships/media" Target="../media/media-13-15.mp3"/><Relationship Id="rId18" Type="http://schemas.openxmlformats.org/officeDocument/2006/relationships/image" Target="../media/image-6-8.png"/><Relationship Id="rId19" Type="http://schemas.openxmlformats.org/officeDocument/2006/relationships/audio" Target="../media/media-13-18.mp3"/><Relationship Id="rId20" Type="http://schemas.microsoft.com/office/2007/relationships/media" Target="../media/media-13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audio" Target="../media/media-21-6.mp3"/><Relationship Id="rId8" Type="http://schemas.microsoft.com/office/2007/relationships/media" Target="../media/media-21-6.mp3"/><Relationship Id="rId9" Type="http://schemas.openxmlformats.org/officeDocument/2006/relationships/image" Target="../media/image-6-8.png"/><Relationship Id="rId10" Type="http://schemas.openxmlformats.org/officeDocument/2006/relationships/audio" Target="../media/media-21-9.mp3"/><Relationship Id="rId11" Type="http://schemas.microsoft.com/office/2007/relationships/media" Target="../media/media-21-9.mp3"/><Relationship Id="rId12" Type="http://schemas.openxmlformats.org/officeDocument/2006/relationships/image" Target="../media/image-6-8.png"/><Relationship Id="rId13" Type="http://schemas.openxmlformats.org/officeDocument/2006/relationships/audio" Target="../media/media-21-12.mp3"/><Relationship Id="rId14" Type="http://schemas.microsoft.com/office/2007/relationships/media" Target="../media/media-21-12.mp3"/><Relationship Id="rId15" Type="http://schemas.openxmlformats.org/officeDocument/2006/relationships/image" Target="../media/image-6-8.png"/><Relationship Id="rId16" Type="http://schemas.openxmlformats.org/officeDocument/2006/relationships/audio" Target="../media/media-21-15.mp3"/><Relationship Id="rId17" Type="http://schemas.microsoft.com/office/2007/relationships/media" Target="../media/media-21-15.mp3"/><Relationship Id="rId18" Type="http://schemas.openxmlformats.org/officeDocument/2006/relationships/image" Target="../media/image-6-8.png"/><Relationship Id="rId19" Type="http://schemas.openxmlformats.org/officeDocument/2006/relationships/audio" Target="../media/media-21-18.mp3"/><Relationship Id="rId20" Type="http://schemas.microsoft.com/office/2007/relationships/media" Target="../media/media-21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2-5.jpg"/><Relationship Id="rId7" Type="http://schemas.openxmlformats.org/officeDocument/2006/relationships/audio" Target="../media/media-21-6.mp3"/><Relationship Id="rId8" Type="http://schemas.microsoft.com/office/2007/relationships/media" Target="../media/media-21-6.mp3"/><Relationship Id="rId9" Type="http://schemas.openxmlformats.org/officeDocument/2006/relationships/image" Target="../media/image-6-8.png"/><Relationship Id="rId10" Type="http://schemas.openxmlformats.org/officeDocument/2006/relationships/audio" Target="../media/media-21-9.mp3"/><Relationship Id="rId11" Type="http://schemas.microsoft.com/office/2007/relationships/media" Target="../media/media-21-9.mp3"/><Relationship Id="rId12" Type="http://schemas.openxmlformats.org/officeDocument/2006/relationships/image" Target="../media/image-6-8.png"/><Relationship Id="rId13" Type="http://schemas.openxmlformats.org/officeDocument/2006/relationships/audio" Target="../media/media-21-12.mp3"/><Relationship Id="rId14" Type="http://schemas.microsoft.com/office/2007/relationships/media" Target="../media/media-21-12.mp3"/><Relationship Id="rId15" Type="http://schemas.openxmlformats.org/officeDocument/2006/relationships/image" Target="../media/image-6-8.png"/><Relationship Id="rId16" Type="http://schemas.openxmlformats.org/officeDocument/2006/relationships/audio" Target="../media/media-21-15.mp3"/><Relationship Id="rId17" Type="http://schemas.microsoft.com/office/2007/relationships/media" Target="../media/media-21-15.mp3"/><Relationship Id="rId18" Type="http://schemas.openxmlformats.org/officeDocument/2006/relationships/image" Target="../media/image-6-8.png"/><Relationship Id="rId19" Type="http://schemas.openxmlformats.org/officeDocument/2006/relationships/audio" Target="../media/media-21-18.mp3"/><Relationship Id="rId20" Type="http://schemas.microsoft.com/office/2007/relationships/media" Target="../media/media-21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9-5.jpg"/><Relationship Id="rId7" Type="http://schemas.openxmlformats.org/officeDocument/2006/relationships/audio" Target="../media/media-29-6.mp3"/><Relationship Id="rId8" Type="http://schemas.microsoft.com/office/2007/relationships/media" Target="../media/media-29-6.mp3"/><Relationship Id="rId9" Type="http://schemas.openxmlformats.org/officeDocument/2006/relationships/image" Target="../media/image-6-8.png"/><Relationship Id="rId10" Type="http://schemas.openxmlformats.org/officeDocument/2006/relationships/audio" Target="../media/media-29-9.mp3"/><Relationship Id="rId11" Type="http://schemas.microsoft.com/office/2007/relationships/media" Target="../media/media-29-9.mp3"/><Relationship Id="rId12" Type="http://schemas.openxmlformats.org/officeDocument/2006/relationships/image" Target="../media/image-6-8.png"/><Relationship Id="rId13" Type="http://schemas.openxmlformats.org/officeDocument/2006/relationships/audio" Target="../media/media-29-12.mp3"/><Relationship Id="rId14" Type="http://schemas.microsoft.com/office/2007/relationships/media" Target="../media/media-29-12.mp3"/><Relationship Id="rId15" Type="http://schemas.openxmlformats.org/officeDocument/2006/relationships/image" Target="../media/image-6-8.png"/><Relationship Id="rId16" Type="http://schemas.openxmlformats.org/officeDocument/2006/relationships/audio" Target="../media/media-29-15.mp3"/><Relationship Id="rId17" Type="http://schemas.microsoft.com/office/2007/relationships/media" Target="../media/media-29-15.mp3"/><Relationship Id="rId18" Type="http://schemas.openxmlformats.org/officeDocument/2006/relationships/image" Target="../media/image-6-8.png"/><Relationship Id="rId19" Type="http://schemas.openxmlformats.org/officeDocument/2006/relationships/audio" Target="../media/media-29-18.mp3"/><Relationship Id="rId20" Type="http://schemas.microsoft.com/office/2007/relationships/media" Target="../media/media-29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6-5.jpg"/><Relationship Id="rId7" Type="http://schemas.openxmlformats.org/officeDocument/2006/relationships/audio" Target="../media/media-36-6.mp3"/><Relationship Id="rId8" Type="http://schemas.microsoft.com/office/2007/relationships/media" Target="../media/media-36-6.mp3"/><Relationship Id="rId9" Type="http://schemas.openxmlformats.org/officeDocument/2006/relationships/image" Target="../media/image-6-8.png"/><Relationship Id="rId10" Type="http://schemas.openxmlformats.org/officeDocument/2006/relationships/audio" Target="../media/media-36-9.mp3"/><Relationship Id="rId11" Type="http://schemas.microsoft.com/office/2007/relationships/media" Target="../media/media-36-9.mp3"/><Relationship Id="rId12" Type="http://schemas.openxmlformats.org/officeDocument/2006/relationships/image" Target="../media/image-6-8.png"/><Relationship Id="rId13" Type="http://schemas.openxmlformats.org/officeDocument/2006/relationships/audio" Target="../media/media-36-12.mp3"/><Relationship Id="rId14" Type="http://schemas.microsoft.com/office/2007/relationships/media" Target="../media/media-36-12.mp3"/><Relationship Id="rId15" Type="http://schemas.openxmlformats.org/officeDocument/2006/relationships/image" Target="../media/image-6-8.png"/><Relationship Id="rId16" Type="http://schemas.openxmlformats.org/officeDocument/2006/relationships/audio" Target="../media/media-36-15.mp3"/><Relationship Id="rId17" Type="http://schemas.microsoft.com/office/2007/relationships/media" Target="../media/media-36-15.mp3"/><Relationship Id="rId18" Type="http://schemas.openxmlformats.org/officeDocument/2006/relationships/image" Target="../media/image-6-8.png"/><Relationship Id="rId19" Type="http://schemas.openxmlformats.org/officeDocument/2006/relationships/audio" Target="../media/media-36-18.mp3"/><Relationship Id="rId20" Type="http://schemas.microsoft.com/office/2007/relationships/media" Target="../media/media-3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التاسع – الجزء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٧ – ١١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005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201168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(٦)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٢٨–٣١</a:t>
            </a:r>
            <a:endParaRPr lang="en-US" sz="1400" dirty="0"/>
          </a:p>
        </p:txBody>
      </p:sp>
      <p:pic>
        <p:nvPicPr>
          <p:cNvPr id="11" name="Image 2" descr="a/clear.png">
            <a:hlinkClick r:id="rId5" tooltip="الدرس السابع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691640"/>
            <a:ext cx="3429000" cy="1417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201168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(٧)</a:t>
            </a:r>
            <a:endParaRPr lang="en-US" sz="26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٣٢–٤١</a:t>
            </a:r>
            <a:endParaRPr lang="en-US" sz="1400" dirty="0"/>
          </a:p>
        </p:txBody>
      </p:sp>
      <p:pic>
        <p:nvPicPr>
          <p:cNvPr id="18" name="Image 4" descr="a/clear.png">
            <a:hlinkClick r:id="rId8" tooltip="الدرس الثامن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691640"/>
            <a:ext cx="3429000" cy="1417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201168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2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(٨)</a:t>
            </a:r>
            <a:endParaRPr lang="en-US" sz="26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٤٢–٤٩</a:t>
            </a:r>
            <a:endParaRPr lang="en-US" sz="1400" dirty="0"/>
          </a:p>
        </p:txBody>
      </p:sp>
      <p:pic>
        <p:nvPicPr>
          <p:cNvPr id="25" name="Image 6" descr="a/clear.png">
            <a:hlinkClick r:id="rId11" tooltip="الدرس التاسع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691640"/>
            <a:ext cx="3429000" cy="141732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7490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2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4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(٩)</a:t>
            </a:r>
            <a:endParaRPr lang="en-US" sz="26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٥٠–٥٥</a:t>
            </a:r>
            <a:endParaRPr lang="en-US" sz="1400" dirty="0"/>
          </a:p>
        </p:txBody>
      </p:sp>
      <p:pic>
        <p:nvPicPr>
          <p:cNvPr id="32" name="Image 8" descr="a/clear.png">
            <a:hlinkClick r:id="rId14" tooltip="الدرس العاشر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429000"/>
            <a:ext cx="3429000" cy="141732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0228" y="3749040"/>
            <a:ext cx="777240" cy="77724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5022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2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</a:t>
            </a:r>
            <a:endParaRPr lang="en-US" sz="14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(١٠)</a:t>
            </a:r>
            <a:endParaRPr lang="en-US" sz="26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٥٦–٥٩</a:t>
            </a:r>
            <a:endParaRPr lang="en-US" sz="1400" dirty="0"/>
          </a:p>
        </p:txBody>
      </p:sp>
      <p:pic>
        <p:nvPicPr>
          <p:cNvPr id="39" name="Image 10" descr="a/clear.png">
            <a:hlinkClick r:id="rId17" tooltip="الدرس الحادي عشر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3429000"/>
            <a:ext cx="342900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(٦)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٢٨–٣١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«مَا اجْتَمَعَ قَوْمٌ فِي بَيْتٍ مِنْ بُيُوتِ اللَّهِ يَتْلُونَ كِتَابَ اللَّهِ وَيَتَدَارَسُونَهُ بَيْنَهُمْ، إِلَّا نَزَلَتْ عَلَيْهِمُ السَّكِينَةُ، وَغَشِيَتْهُمُ الرَّحْمَةُ، وَحَفَّتْهُمُ الْمَلَائِكَةُ، وَذَكَرَهُمُ اللَّهُ فِيمَنْ عِنْدَهُ»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سورة الكهف (٦)  •  الآيات ٢٨–٣١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(٦)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٢٨–٣١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7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88" y="1188720"/>
            <a:ext cx="5077585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٢٨–٣١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7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645588"/>
            <a:ext cx="9994392" cy="23897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٢٨–٣١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7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854980"/>
            <a:ext cx="9628632" cy="4245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٢٨–٣١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7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369754"/>
            <a:ext cx="9994392" cy="32157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الثامن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(٧)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٣٢–٤١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«مَثَلُ الْمُؤْمِنِ الَّذِي يَقْرَأُ الْقُرْآنَ مَثَلُ الْأُتْرُجَّةِ: رِيحُهَا طَيِّبٌ، وَطَعْمُهَا طَيِّبٌ»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سورة الكهف (٧)  •  الآيات ٣٢–٤١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(٧) — الآيات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٣٢–٤١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8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4242" y="1188720"/>
            <a:ext cx="5095476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(٧) — تتمة الآيات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٣٢–٤١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8_ayat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420694"/>
            <a:ext cx="8183880" cy="306817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٣٢–٤١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8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553180"/>
            <a:ext cx="9994392" cy="25746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٣٢–٤١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8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524485"/>
            <a:ext cx="9628632" cy="49063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٣٢–٤١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8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681415"/>
            <a:ext cx="9994392" cy="2592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التاسع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(٨)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٤٢–٤٩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«لَا حَسَدَ إِلَّا فِي اثْنَتَيْنِ: رَجُلٌ آتَاهُ اللَّهُ الْقُرْآنَ فَهُوَ يَقُومُ بِهِ آنَاءَ اللَّيْلِ وَآنَاءَ النَّهَارِ، وَرَجُلٌ آتَاهُ اللَّهُ مَالًا فَهُوَ يُنْفِقُهُ آنَاءَ اللَّيْلِ وَآنَاءَ النَّهَارِ»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سورة الكهف (٨)  •  الآيات ٤٢–٤٩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(٨) — الآيات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٤٢–٤٩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9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88" y="1188720"/>
            <a:ext cx="5077585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(٨) — تتمة الآيات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٤٢–٤٩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9_ayat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489605"/>
            <a:ext cx="8183880" cy="49303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٤٢–٤٩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9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371276"/>
            <a:ext cx="9994392" cy="29384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٤٢–٤٩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9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854980"/>
            <a:ext cx="9628632" cy="4245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٤٢–٤٩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9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068718"/>
            <a:ext cx="9994392" cy="381784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العاشر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(٩)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٥٠–٥٥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«تَعَاهَدُوا هَذَا الْقُرْآنَ، فَوَالَّذِي نَفْسُ مُحَمَّدٍ بِيَدِهِ لَهُوَ أَشَدُّ تَفَلُّتًا مِنَ الْإِبِلِ فِي عُقُلِهَا»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سورة الكهف (٩)  •  الآيات ٥٠–٥٥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(٩)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٥٠–٥٥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0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2391" y="1188720"/>
            <a:ext cx="4959178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٥٠–٥٥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0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369113"/>
            <a:ext cx="9994392" cy="94273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٥٠–٥٥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0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851573"/>
            <a:ext cx="9628632" cy="42521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٥٠–٥٥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0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009906"/>
            <a:ext cx="9994392" cy="393546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الحادي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(١٠)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٥٦–٥٩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لِلَّهِ أَهْلِينَ مِنَ النَّاسِ» قَالُوا: يَا رَسُولَ اللَّهِ، مَنْ هُمْ؟ قَالَ: «هُمْ أَهْلُ الْقُرْآنِ، أَهْلُ اللَّهِ وَخَاصَّتُهُ»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ابن ماجه وأحمد)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سورة الكهف (١٠)  •  الآيات ٥٦–٥٩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(١٠)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٥٦–٥٩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1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4242" y="1188720"/>
            <a:ext cx="5095476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٥٦–٥٩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1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730431"/>
            <a:ext cx="9994392" cy="222009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٥٦–٥٩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1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854980"/>
            <a:ext cx="9628632" cy="42453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٥٦–٥٩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1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720372"/>
            <a:ext cx="9994392" cy="251453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سورة الكهف</dc:title>
  <dc:subject>PptxGenJS Presentation</dc:subject>
  <dc:creator>PptxGenJS</dc:creator>
  <cp:lastModifiedBy>PptxGenJS</cp:lastModifiedBy>
  <cp:revision>1</cp:revision>
  <dcterms:created xsi:type="dcterms:W3CDTF">2026-09-29T10:37:04Z</dcterms:created>
  <dcterms:modified xsi:type="dcterms:W3CDTF">2026-09-29T10:37:04Z</dcterms:modified>
</cp:coreProperties>
</file>