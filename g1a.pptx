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26" Type="http://schemas.openxmlformats.org/officeDocument/2006/relationships/slide" Target="slide5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image" Target="../media/image-1-3.png"/><Relationship Id="rId25" Type="http://schemas.openxmlformats.org/officeDocument/2006/relationships/image" Target="../media/image-2-4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5-5.jpg"/><Relationship Id="rId7" Type="http://schemas.openxmlformats.org/officeDocument/2006/relationships/audio" Target="../media/media-55-6.mp3"/><Relationship Id="rId8" Type="http://schemas.microsoft.com/office/2007/relationships/media" Target="../media/media-55-6.mp3"/><Relationship Id="rId9" Type="http://schemas.openxmlformats.org/officeDocument/2006/relationships/image" Target="../media/image-6-8.png"/><Relationship Id="rId10" Type="http://schemas.openxmlformats.org/officeDocument/2006/relationships/audio" Target="../media/media-55-9.mp3"/><Relationship Id="rId11" Type="http://schemas.microsoft.com/office/2007/relationships/media" Target="../media/media-55-9.mp3"/><Relationship Id="rId12" Type="http://schemas.openxmlformats.org/officeDocument/2006/relationships/image" Target="../media/image-6-8.png"/><Relationship Id="rId13" Type="http://schemas.openxmlformats.org/officeDocument/2006/relationships/audio" Target="../media/media-55-12.mp3"/><Relationship Id="rId14" Type="http://schemas.microsoft.com/office/2007/relationships/media" Target="../media/media-55-12.mp3"/><Relationship Id="rId15" Type="http://schemas.openxmlformats.org/officeDocument/2006/relationships/image" Target="../media/image-6-8.png"/><Relationship Id="rId16" Type="http://schemas.openxmlformats.org/officeDocument/2006/relationships/audio" Target="../media/media-55-15.mp3"/><Relationship Id="rId17" Type="http://schemas.microsoft.com/office/2007/relationships/media" Target="../media/media-55-15.mp3"/><Relationship Id="rId18" Type="http://schemas.openxmlformats.org/officeDocument/2006/relationships/image" Target="../media/image-6-8.png"/><Relationship Id="rId19" Type="http://schemas.openxmlformats.org/officeDocument/2006/relationships/audio" Target="../media/media-55-18.mp3"/><Relationship Id="rId20" Type="http://schemas.microsoft.com/office/2007/relationships/media" Target="../media/media-5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الفاتحة • سورة الإخلاص • سورة الكوثر • سورة قريش …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الأول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الفاتحة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٧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الإخلاص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٤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الكوثر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٣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قريش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٤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4061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الفيل</a:t>
            </a:r>
            <a:endParaRPr lang="en-US" sz="25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108960"/>
            <a:ext cx="3429000" cy="137160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4061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القارعة</a:t>
            </a:r>
            <a:endParaRPr lang="en-US" sz="25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108960"/>
            <a:ext cx="3429000" cy="1371600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75488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99268" y="5052060"/>
            <a:ext cx="777240" cy="7772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599268" y="50520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8828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5212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العاديات</a:t>
            </a:r>
            <a:endParaRPr lang="en-US" sz="25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5687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سابع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754880"/>
            <a:ext cx="3429000" cy="1371600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4381348" y="475488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5" name="Image 15" descr="a/sta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50228" y="5052060"/>
            <a:ext cx="777240" cy="777240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850228" y="50520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000" dirty="0"/>
          </a:p>
        </p:txBody>
      </p:sp>
      <p:sp>
        <p:nvSpPr>
          <p:cNvPr id="57" name="Text 39"/>
          <p:cNvSpPr txBox="1"/>
          <p:nvPr/>
        </p:nvSpPr>
        <p:spPr>
          <a:xfrm>
            <a:off x="4518508" y="488289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300" dirty="0"/>
          </a:p>
        </p:txBody>
      </p:sp>
      <p:sp>
        <p:nvSpPr>
          <p:cNvPr id="58" name="Text 40"/>
          <p:cNvSpPr txBox="1"/>
          <p:nvPr/>
        </p:nvSpPr>
        <p:spPr>
          <a:xfrm>
            <a:off x="4518508" y="5212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الزلزلة</a:t>
            </a:r>
            <a:endParaRPr lang="en-US" sz="2500" dirty="0"/>
          </a:p>
        </p:txBody>
      </p:sp>
      <p:sp>
        <p:nvSpPr>
          <p:cNvPr id="59" name="Text 41"/>
          <p:cNvSpPr txBox="1"/>
          <p:nvPr/>
        </p:nvSpPr>
        <p:spPr>
          <a:xfrm>
            <a:off x="4518508" y="5687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1300" dirty="0"/>
          </a:p>
        </p:txBody>
      </p:sp>
      <p:pic>
        <p:nvPicPr>
          <p:cNvPr id="60" name="Image 16" descr="a/clear.png">
            <a:hlinkClick r:id="rId26" tooltip="الدرس الثامن" action="ppaction://hlinksldjump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81348" y="475488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الفاتحة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الفاتحة  •  الآيات ١ – 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الفاتحة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 – 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42999"/>
            <a:ext cx="8183880" cy="482356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الفاتحة  •  كتاب التلاوة ص 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6452" y="1508760"/>
            <a:ext cx="67560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الفاتحة  •  كتاب التلاوة ص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269" y="1508760"/>
            <a:ext cx="843841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الفاتحة  •  كتاب التلاوة ص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الإخلاص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الإخلاص  •  الآيات ١ – 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الإخلاص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 – 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403299"/>
            <a:ext cx="8183880" cy="310296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الإخلاص  •  كتاب التلاوة ص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3303" y="1508760"/>
            <a:ext cx="584234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الإخلاص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861" y="1508760"/>
            <a:ext cx="850123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الإخلاص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الكوثر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الكوثر  •  الآيات ١ – 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الكوثر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 – 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465799"/>
            <a:ext cx="8183880" cy="29779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الكوثر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589" y="1508760"/>
            <a:ext cx="582177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الكوثر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269" y="1508760"/>
            <a:ext cx="843841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الكوثر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قريش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قريش  •  الآيات ١ – 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قريش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 – 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035649"/>
            <a:ext cx="8183880" cy="383826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قريش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3303" y="1508760"/>
            <a:ext cx="584234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قريش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806" y="1508760"/>
            <a:ext cx="848934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قريش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024" y="1508760"/>
            <a:ext cx="767890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الفيل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الفيل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الفيل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64323"/>
            <a:ext cx="8183880" cy="45809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الفيل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301" y="1508760"/>
            <a:ext cx="63743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الفيل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5269" y="1508760"/>
            <a:ext cx="843841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الفيل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القارعة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القارعة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القارعة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96673"/>
            <a:ext cx="8183880" cy="531621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القارعة  •  كتاب التلاوة ص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182" y="1508760"/>
            <a:ext cx="70325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القارعة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861" y="1508760"/>
            <a:ext cx="850123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القارعة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العاديات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العاديات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العاديات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80498"/>
            <a:ext cx="8183880" cy="49485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العاديات  •  كتاب التلاوة ص 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6452" y="1508760"/>
            <a:ext cx="67560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العاديات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505" y="1508760"/>
            <a:ext cx="78119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العاديات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932" y="1508760"/>
            <a:ext cx="751508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الزلزلة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الزلزلة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الزلزلة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١ – 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76087"/>
            <a:ext cx="8183880" cy="475738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الزلزلة  •  كتاب التلاوة ص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339" y="1508760"/>
            <a:ext cx="666027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الزلزلة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7541" y="1508760"/>
            <a:ext cx="84538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الزلزلة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6079" y="1508760"/>
            <a:ext cx="721679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الأول</dc:title>
  <dc:subject>PptxGenJS Presentation</dc:subject>
  <dc:creator>PptxGenJS</dc:creator>
  <cp:lastModifiedBy>PptxGenJS</cp:lastModifiedBy>
  <cp:revision>1</cp:revision>
  <dcterms:created xsi:type="dcterms:W3CDTF">2026-09-29T09:48:40Z</dcterms:created>
  <dcterms:modified xsi:type="dcterms:W3CDTF">2026-09-29T09:48:40Z</dcterms:modified>
</cp:coreProperties>
</file>