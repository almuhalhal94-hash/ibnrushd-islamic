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السادس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٦ – ١٠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(١)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١–٩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ساد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(٢)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١٠–٢٢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سابع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(٣)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٢٣–٣٣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ثامن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(٤)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٣٤–٤٣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تاس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(٥)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٤٤–٥٢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عا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القلم (١)  •  الآيات ١–٩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١–٩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99616"/>
            <a:ext cx="8183880" cy="49103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١–٩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56013"/>
            <a:ext cx="9994392" cy="1168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١–٩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544" y="1417320"/>
            <a:ext cx="868586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١–٩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27210"/>
            <a:ext cx="9994392" cy="3500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١٠–٢٢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القلم (٢)  •  الآيات ١٠–٢٢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١٠–٢٢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072" y="1188720"/>
            <a:ext cx="675981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١٠–٢٢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32606"/>
            <a:ext cx="9994392" cy="12157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١٠–٢٢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3690" y="1417320"/>
            <a:ext cx="75415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١٠–٢٢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29185"/>
            <a:ext cx="9994392" cy="34969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٢٣–٣٣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القلم (٣)  •  الآيات ٢٣–٣٣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٢٣–٣٣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042" y="1188720"/>
            <a:ext cx="735787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٢٣–٣٣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19939"/>
            <a:ext cx="9994392" cy="10410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٢٣–٣٣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544" y="1417320"/>
            <a:ext cx="868586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٢٣–٣٣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198977"/>
            <a:ext cx="9994392" cy="35573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٣٤–٤٣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القلم (٤)  •  الآيات ٣٤–٤٣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٣٤–٤٣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577" y="1188720"/>
            <a:ext cx="661080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٣٤–٤٣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83196"/>
            <a:ext cx="9994392" cy="9145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٣٤–٤٣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913" y="1417320"/>
            <a:ext cx="867712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٣٤–٤٣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26489"/>
            <a:ext cx="9994392" cy="290230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٤٤–٥٢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القلم (٥)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القلم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004" y="1188720"/>
            <a:ext cx="6541951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71762"/>
            <a:ext cx="9994392" cy="9374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590847"/>
            <a:ext cx="9628632" cy="477358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27210"/>
            <a:ext cx="9994392" cy="35008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السادس</dc:title>
  <dc:subject>PptxGenJS Presentation</dc:subject>
  <dc:creator>PptxGenJS</dc:creator>
  <cp:lastModifiedBy>PptxGenJS</cp:lastModifiedBy>
  <cp:revision>1</cp:revision>
  <dcterms:created xsi:type="dcterms:W3CDTF">2026-09-29T09:03:30Z</dcterms:created>
  <dcterms:modified xsi:type="dcterms:W3CDTF">2026-09-29T09:03:30Z</dcterms:modified>
</cp:coreProperties>
</file>