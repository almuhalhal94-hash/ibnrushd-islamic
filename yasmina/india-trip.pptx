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3f12c4fd-9d67-f6be-8453-21ed49175d5e}">
          <p14:sldIdLst>
            <p14:sldId id="256"/>
          </p14:sldIdLst>
        </p14:section>
        <p14:section name="تعرف على الهند" id="{12ede573-4354-b8c0-9a3a-c55d9096814a}">
          <p14:sldIdLst>
            <p14:sldId id="257"/>
            <p14:sldId id="258"/>
            <p14:sldId id="259"/>
            <p14:sldId id="260"/>
          </p14:sldIdLst>
        </p14:section>
        <p14:section name="أشياء مشهورة" id="{6c332ad2-e744-b86f-63de-1cd2e4ea8ea6}">
          <p14:sldIdLst>
            <p14:sldId id="261"/>
            <p14:sldId id="262"/>
            <p14:sldId id="263"/>
            <p14:sldId id="264"/>
            <p14:sldId id="265"/>
          </p14:sldIdLst>
        </p14:section>
        <p14:section name="لعبة الأبطال" id="{b6e05dfe-f756-fb42-8c6d-28b6dfefb516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الختام" id="{1072a966-520b-a5d6-6c65-0049bb51817b}">
          <p14:sldIdLst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شريحة البداية: الفيديو يشتغل لحاله (8 ثواني). رحّبي بالحضور: السلام عليكم، أنا ياسمين، واليوم بنسافر مع بعض إلى الهند.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الهند في قارة آسيا مثل البحرين. وهي أكثر دولة في العالم فيها ناس.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علم الهند فيه ثلاثة ألوان: برتقالي فوق، أبيض في الوسط، أخضر تحت. وفي الوسط عجلة زرقاء.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عاصمة الهند اسمها نيودلهي. وفيها بوابة الهند، مبنى كبير مثل الباب.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تاج محل أشهر مبنى في الهند، لونه أبيض، والناس يزورونه من كل العالم. وهو من عجائب الدنيا السبع.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النمر هو حيوان الهند الرسمي، والطاووس هو طائر الهند الرسمي. وفي الهند فيلة كثيرة.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أكل الهند فيه بهارات كثيرة. البرياني نحبه في الخليج بعد! والسمبوسة شكلها مثلث.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المانجو فاكهة الهند المشهورة، طعمها حلو. وزهرة اللوتس زهرة الهند، تطلع فوق الماي.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الساري لبس هندي ملوّن. والتوك توك سيارة صغيرة لها ثلاث عجلات. والقطارات في الهند طويلة وكثيرة.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الكريكت لعبة فيها مضرب وكرة، وهي أشهر لعبة في الهند.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قسّمي الصف فريقين. كل سؤال يجاوب عليه فريق، والفريق اللي يجاوب صح ياخذ نجمة. اضغطي على "ابدأ اللعب".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1: ما عاصمة الهند؟ اضغطي على الصورة اللي يختارها الفريق. (الشريحة ما تتقدم بالضغط على الخلفية.)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صفقوا للفريق! والنجمة الجديدة تكبر وتصغر.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2: أين علم الهند؟ اضغطي على الصورة اللي يختارها الفريق. (الشريحة ما تتقدم بالضغط على الخلفية.)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صفقوا للفريق! والنجمة الجديدة تكبر وتصغر.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3: أين تاج محل؟ اضغطي على الصورة اللي يختارها الفريق. (الشريحة ما تتقدم بالضغط على الخلفية.)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صفقوا للفريق! والنجمة الجديدة تكبر وتصغر.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4: من له خرطوم طويل؟ اضغطي على الصورة اللي يختارها الفريق. (الشريحة ما تتقدم بالضغط على الخلفية.)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صفقوا للفريق! والنجمة الجديدة تكبر وتصغر.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5: أي طائر ريشه ملوّن؟ اضغطي على الصورة اللي يختارها الفريق. (الشريحة ما تتقدم بالضغط على الخلفية.)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صفقوا للفريق! والنجمة الجديدة تكبر وتصغر.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6: أي أكلة شكلها مثلث؟ اضغطي على الصورة اللي يختارها الفريق. (الشريحة ما تتقدم بالضغط على الخلفية.)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صفقوا للفريق! والنجمة الجديدة تكبر وتصغر.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مبروك! كل الفريقين أبطال. عدّوا النجوم: أي فريق جمع أكثر؟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video" Target="../media/media-1-2.mp4"/><Relationship Id="rId3" Type="http://schemas.microsoft.com/office/2007/relationships/media" Target="../media/media-1-2.mp4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gif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0" Type="http://schemas.openxmlformats.org/officeDocument/2006/relationships/slide" Target="slide12.xml"/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14.xml"/><Relationship Id="rId7" Type="http://schemas.openxmlformats.org/officeDocument/2006/relationships/slide" Target="slide13.xml"/><Relationship Id="rId9" Type="http://schemas.openxmlformats.org/officeDocument/2006/relationships/slide" Target="slide14.xml"/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6" Type="http://schemas.openxmlformats.org/officeDocument/2006/relationships/image" Target="../media/image-12-5.png"/><Relationship Id="rId8" Type="http://schemas.openxmlformats.org/officeDocument/2006/relationships/image" Target="../media/image-12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4" Type="http://schemas.openxmlformats.org/officeDocument/2006/relationships/slide" Target="slide15.xml"/><Relationship Id="rId1" Type="http://schemas.openxmlformats.org/officeDocument/2006/relationships/image" Target="../media/Slide-13-image-1.png"/><Relationship Id="rId2" Type="http://schemas.openxmlformats.org/officeDocument/2006/relationships/image" Target="../media/image-13-2.gif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8.png"/><Relationship Id="rId10" Type="http://schemas.openxmlformats.org/officeDocument/2006/relationships/image" Target="../media/image-13-8.png"/><Relationship Id="rId11" Type="http://schemas.openxmlformats.org/officeDocument/2006/relationships/image" Target="../media/image-13-8.png"/><Relationship Id="rId12" Type="http://schemas.openxmlformats.org/officeDocument/2006/relationships/image" Target="../media/image-13-8.png"/><Relationship Id="rId13" Type="http://schemas.openxmlformats.org/officeDocument/2006/relationships/image" Target="../media/image-13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" Target="slide12.xml"/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16.xml"/><Relationship Id="rId7" Type="http://schemas.openxmlformats.org/officeDocument/2006/relationships/slide" Target="slide17.xml"/><Relationship Id="rId9" Type="http://schemas.openxmlformats.org/officeDocument/2006/relationships/slide" Target="slide17.xml"/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6" Type="http://schemas.openxmlformats.org/officeDocument/2006/relationships/image" Target="../media/image-15-5.png"/><Relationship Id="rId8" Type="http://schemas.openxmlformats.org/officeDocument/2006/relationships/image" Target="../media/image-15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4" Type="http://schemas.openxmlformats.org/officeDocument/2006/relationships/slide" Target="slide18.xml"/><Relationship Id="rId1" Type="http://schemas.openxmlformats.org/officeDocument/2006/relationships/image" Target="../media/Slide-16-image-1.png"/><Relationship Id="rId2" Type="http://schemas.openxmlformats.org/officeDocument/2006/relationships/image" Target="../media/image-16-2.gif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7.png"/><Relationship Id="rId9" Type="http://schemas.openxmlformats.org/officeDocument/2006/relationships/image" Target="../media/image-16-9.png"/><Relationship Id="rId10" Type="http://schemas.openxmlformats.org/officeDocument/2006/relationships/image" Target="../media/image-16-9.png"/><Relationship Id="rId11" Type="http://schemas.openxmlformats.org/officeDocument/2006/relationships/image" Target="../media/image-16-9.png"/><Relationship Id="rId12" Type="http://schemas.openxmlformats.org/officeDocument/2006/relationships/image" Target="../media/image-16-9.png"/><Relationship Id="rId13" Type="http://schemas.openxmlformats.org/officeDocument/2006/relationships/image" Target="../media/image-16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" Target="slide15.xml"/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0.xml"/><Relationship Id="rId7" Type="http://schemas.openxmlformats.org/officeDocument/2006/relationships/slide" Target="slide20.xml"/><Relationship Id="rId9" Type="http://schemas.openxmlformats.org/officeDocument/2006/relationships/slide" Target="slide19.xml"/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6" Type="http://schemas.openxmlformats.org/officeDocument/2006/relationships/image" Target="../media/image-18-5.png"/><Relationship Id="rId8" Type="http://schemas.openxmlformats.org/officeDocument/2006/relationships/image" Target="../media/image-18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4" Type="http://schemas.openxmlformats.org/officeDocument/2006/relationships/slide" Target="slide21.xml"/><Relationship Id="rId1" Type="http://schemas.openxmlformats.org/officeDocument/2006/relationships/image" Target="../media/Slide-19-image-1.png"/><Relationship Id="rId2" Type="http://schemas.openxmlformats.org/officeDocument/2006/relationships/image" Target="../media/image-19-2.gif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7.png"/><Relationship Id="rId9" Type="http://schemas.openxmlformats.org/officeDocument/2006/relationships/image" Target="../media/image-19-7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0.png"/><Relationship Id="rId12" Type="http://schemas.openxmlformats.org/officeDocument/2006/relationships/image" Target="../media/image-19-10.png"/><Relationship Id="rId13" Type="http://schemas.openxmlformats.org/officeDocument/2006/relationships/image" Target="../media/image-19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" Target="slide18.xml"/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3.xml"/><Relationship Id="rId7" Type="http://schemas.openxmlformats.org/officeDocument/2006/relationships/slide" Target="slide22.xml"/><Relationship Id="rId9" Type="http://schemas.openxmlformats.org/officeDocument/2006/relationships/slide" Target="slide23.xml"/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6" Type="http://schemas.openxmlformats.org/officeDocument/2006/relationships/image" Target="../media/image-21-5.png"/><Relationship Id="rId8" Type="http://schemas.openxmlformats.org/officeDocument/2006/relationships/image" Target="../media/image-21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4" Type="http://schemas.openxmlformats.org/officeDocument/2006/relationships/slide" Target="slide24.xml"/><Relationship Id="rId1" Type="http://schemas.openxmlformats.org/officeDocument/2006/relationships/image" Target="../media/Slide-22-image-1.png"/><Relationship Id="rId2" Type="http://schemas.openxmlformats.org/officeDocument/2006/relationships/image" Target="../media/image-22-2.gif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7.png"/><Relationship Id="rId9" Type="http://schemas.openxmlformats.org/officeDocument/2006/relationships/image" Target="../media/image-22-7.png"/><Relationship Id="rId10" Type="http://schemas.openxmlformats.org/officeDocument/2006/relationships/image" Target="../media/image-22-7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1.png"/><Relationship Id="rId13" Type="http://schemas.openxmlformats.org/officeDocument/2006/relationships/image" Target="../media/image-22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" Target="slide21.xml"/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5.xml"/><Relationship Id="rId7" Type="http://schemas.openxmlformats.org/officeDocument/2006/relationships/slide" Target="slide26.xml"/><Relationship Id="rId9" Type="http://schemas.openxmlformats.org/officeDocument/2006/relationships/slide" Target="slide26.xml"/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6" Type="http://schemas.openxmlformats.org/officeDocument/2006/relationships/image" Target="../media/image-24-5.png"/><Relationship Id="rId8" Type="http://schemas.openxmlformats.org/officeDocument/2006/relationships/image" Target="../media/image-24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4" Type="http://schemas.openxmlformats.org/officeDocument/2006/relationships/slide" Target="slide27.xml"/><Relationship Id="rId1" Type="http://schemas.openxmlformats.org/officeDocument/2006/relationships/image" Target="../media/Slide-25-image-1.png"/><Relationship Id="rId2" Type="http://schemas.openxmlformats.org/officeDocument/2006/relationships/image" Target="../media/image-25-2.gif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7.png"/><Relationship Id="rId9" Type="http://schemas.openxmlformats.org/officeDocument/2006/relationships/image" Target="../media/image-25-7.png"/><Relationship Id="rId10" Type="http://schemas.openxmlformats.org/officeDocument/2006/relationships/image" Target="../media/image-25-7.png"/><Relationship Id="rId11" Type="http://schemas.openxmlformats.org/officeDocument/2006/relationships/image" Target="../media/image-25-7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" Target="slide24.xml"/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9.xml"/><Relationship Id="rId7" Type="http://schemas.openxmlformats.org/officeDocument/2006/relationships/slide" Target="slide29.xml"/><Relationship Id="rId9" Type="http://schemas.openxmlformats.org/officeDocument/2006/relationships/slide" Target="slide28.xml"/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image" Target="../media/image-27-5.png"/><Relationship Id="rId8" Type="http://schemas.openxmlformats.org/officeDocument/2006/relationships/image" Target="../media/image-27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4" Type="http://schemas.openxmlformats.org/officeDocument/2006/relationships/slide" Target="slide30.xml"/><Relationship Id="rId1" Type="http://schemas.openxmlformats.org/officeDocument/2006/relationships/image" Target="../media/Slide-28-image-1.png"/><Relationship Id="rId2" Type="http://schemas.openxmlformats.org/officeDocument/2006/relationships/image" Target="../media/image-28-2.gif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7.png"/><Relationship Id="rId9" Type="http://schemas.openxmlformats.org/officeDocument/2006/relationships/image" Target="../media/image-28-7.png"/><Relationship Id="rId10" Type="http://schemas.openxmlformats.org/officeDocument/2006/relationships/image" Target="../media/image-28-7.png"/><Relationship Id="rId11" Type="http://schemas.openxmlformats.org/officeDocument/2006/relationships/image" Target="../media/image-28-7.png"/><Relationship Id="rId12" Type="http://schemas.openxmlformats.org/officeDocument/2006/relationships/image" Target="../media/image-28-7.png"/><Relationship Id="rId13" Type="http://schemas.openxmlformats.org/officeDocument/2006/relationships/image" Target="../media/image-28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" Target="slide27.xml"/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gif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5.png"/><Relationship Id="rId7" Type="http://schemas.openxmlformats.org/officeDocument/2006/relationships/image" Target="../media/image-30-5.png"/><Relationship Id="rId8" Type="http://schemas.openxmlformats.org/officeDocument/2006/relationships/image" Target="../media/image-30-5.png"/><Relationship Id="rId9" Type="http://schemas.openxmlformats.org/officeDocument/2006/relationships/image" Target="../media/image-30-5.png"/><Relationship Id="rId10" Type="http://schemas.openxmlformats.org/officeDocument/2006/relationships/image" Target="../media/image-30-5.png"/><Relationship Id="rId11" Type="http://schemas.openxmlformats.org/officeDocument/2006/relationships/image" Target="../media/image-3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tr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with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8067" fill="hold"/>
                                  <p:tgtEl>
                                    <p:spTgt spid="4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293" y="274320"/>
            <a:ext cx="3971109" cy="1051560"/>
          </a:xfrm>
          <a:prstGeom prst="rect">
            <a:avLst/>
          </a:prstGeom>
        </p:spPr>
      </p:pic>
      <p:sp>
        <p:nvSpPr>
          <p:cNvPr id="3" name="globecard"/>
          <p:cNvSpPr/>
          <p:nvPr/>
        </p:nvSpPr>
        <p:spPr>
          <a:xfrm>
            <a:off x="6675120" y="1737360"/>
            <a:ext cx="4846320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4" name="globe" descr="/tmp/claude-0/-home-claude/fe77757a-b201-597d-8fa7-ebfe0e19c7b2/scratchpad/india/img/globe_showing_asia-austral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65960"/>
            <a:ext cx="3291840" cy="3291840"/>
          </a:xfrm>
          <a:prstGeom prst="rect">
            <a:avLst/>
          </a:prstGeom>
        </p:spPr>
      </p:pic>
      <p:pic>
        <p:nvPicPr>
          <p:cNvPr id="5" name="asia" descr="/tmp/claude-0/-home-claude/fe77757a-b201-597d-8fa7-ebfe0e19c7b2/scratchpad/india/gen/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349240"/>
            <a:ext cx="4846320" cy="731520"/>
          </a:xfrm>
          <a:prstGeom prst="rect">
            <a:avLst/>
          </a:prstGeom>
        </p:spPr>
      </p:pic>
      <p:pic>
        <p:nvPicPr>
          <p:cNvPr id="6" name="l1" descr="/tmp/claude-0/-home-claude/fe77757a-b201-597d-8fa7-ebfe0e19c7b2/scratchpad/india/gen/p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011680"/>
            <a:ext cx="5669280" cy="914400"/>
          </a:xfrm>
          <a:prstGeom prst="rect">
            <a:avLst/>
          </a:prstGeom>
        </p:spPr>
      </p:pic>
      <p:pic>
        <p:nvPicPr>
          <p:cNvPr id="7" name="l2" descr="/tmp/claude-0/-home-claude/fe77757a-b201-597d-8fa7-ebfe0e19c7b2/scratchpad/india/gen/p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00400"/>
            <a:ext cx="5669280" cy="914400"/>
          </a:xfrm>
          <a:prstGeom prst="rect">
            <a:avLst/>
          </a:prstGeom>
        </p:spPr>
      </p:pic>
      <p:pic>
        <p:nvPicPr>
          <p:cNvPr id="8" name="l3" descr="/tmp/claude-0/-home-claude/fe77757a-b201-597d-8fa7-ebfe0e19c7b2/scratchpad/india/gen/p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89120"/>
            <a:ext cx="5669280" cy="1097280"/>
          </a:xfrm>
          <a:prstGeom prst="rect">
            <a:avLst/>
          </a:prstGeom>
        </p:spPr>
      </p:pic>
      <p:pic>
        <p:nvPicPr>
          <p:cNvPr id="9" name="plane" descr="/tmp/claude-0/-home-claude/fe77757a-b201-597d-8fa7-ebfe0e19c7b2/scratchpad/india/img/airplan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486400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2" presetClass="entr" presetSubtype="4" fill="hold" grpId="0" nodeType="withEffect" decel="10000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3" dur="6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4" dur="6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2" presetClass="entr" presetSubtype="4" fill="hold" grpId="0" nodeType="withEffect" decel="100000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6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8" dur="6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3" presetID="2" presetClass="entr" presetSubtype="4" fill="hold" grpId="0" nodeType="withEffect" decel="100000">
                            <p:stCondLst>
                              <p:cond delay="27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1" dur="6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2" dur="6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7" presetID="2" presetClass="entr" presetSubtype="4" fill="hold" grpId="0" nodeType="withEffect" decel="100000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5" dur="600" fill="hold"/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6" dur="6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8" presetID="6" presetClass="emph" presetSubtype="0" repeatCount="indefinite" autoRev="1" fill="hold" grpId="1" nodeType="withEffect">
                            <p:stCondLst>
                              <p:cond delay="3600"/>
                            </p:stCondLst>
                            <p:childTnLst>
                              <p:animScale>
                                <p:cBhvr>
                                  <p:cTn id="39" dur="650" fill="hold"/>
                                  <p:tgtEl>
                                    <p:spTgt spid="4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399" y="274320"/>
            <a:ext cx="3054897" cy="1051560"/>
          </a:xfrm>
          <a:prstGeom prst="rect">
            <a:avLst/>
          </a:prstGeom>
        </p:spPr>
      </p:pic>
      <p:sp>
        <p:nvSpPr>
          <p:cNvPr id="3" name="flagcard"/>
          <p:cNvSpPr/>
          <p:nvPr/>
        </p:nvSpPr>
        <p:spPr>
          <a:xfrm>
            <a:off x="640080" y="1645920"/>
            <a:ext cx="6035040" cy="44805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4" name="flag" descr="/tmp/claude-0/-home-claude/fe77757a-b201-597d-8fa7-ebfe0e19c7b2/scratchpad/india/art/flag_wave.g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5486400" cy="4023360"/>
          </a:xfrm>
          <a:prstGeom prst="rect">
            <a:avLst/>
          </a:prstGeom>
        </p:spPr>
      </p:pic>
      <p:pic>
        <p:nvPicPr>
          <p:cNvPr id="5" name="c1" descr="/tmp/claude-0/-home-claude/fe77757a-b201-597d-8fa7-ebfe0e19c7b2/scratchpad/india/gen/p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83080"/>
            <a:ext cx="4023360" cy="914400"/>
          </a:xfrm>
          <a:prstGeom prst="rect">
            <a:avLst/>
          </a:prstGeom>
        </p:spPr>
      </p:pic>
      <p:pic>
        <p:nvPicPr>
          <p:cNvPr id="6" name="c2" descr="/tmp/claude-0/-home-claude/fe77757a-b201-597d-8fa7-ebfe0e19c7b2/scratchpad/india/gen/p1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880360"/>
            <a:ext cx="4023360" cy="914400"/>
          </a:xfrm>
          <a:prstGeom prst="rect">
            <a:avLst/>
          </a:prstGeom>
        </p:spPr>
      </p:pic>
      <p:pic>
        <p:nvPicPr>
          <p:cNvPr id="7" name="c3" descr="/tmp/claude-0/-home-claude/fe77757a-b201-597d-8fa7-ebfe0e19c7b2/scratchpad/india/gen/p1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977640"/>
            <a:ext cx="4023360" cy="914400"/>
          </a:xfrm>
          <a:prstGeom prst="rect">
            <a:avLst/>
          </a:prstGeom>
        </p:spPr>
      </p:pic>
      <p:pic>
        <p:nvPicPr>
          <p:cNvPr id="8" name="c4" descr="/tmp/claude-0/-home-claude/fe77757a-b201-597d-8fa7-ebfe0e19c7b2/scratchpad/india/gen/p1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5120640"/>
            <a:ext cx="4754880" cy="914400"/>
          </a:xfrm>
          <a:prstGeom prst="rect">
            <a:avLst/>
          </a:prstGeom>
        </p:spPr>
      </p:pic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" presetClass="entr" presetSubtype="4" fill="hold" grpId="0" nodeType="withEffect" decel="100000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6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6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6" presetID="2" presetClass="entr" presetSubtype="4" fill="hold" grpId="0" nodeType="withEffect" decel="100000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4" dur="6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5" dur="6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0" presetID="2" presetClass="entr" presetSubtype="4" fill="hold" grpId="0" nodeType="withEffect" decel="100000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8" dur="6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9" dur="6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4" presetID="2" presetClass="entr" presetSubtype="4" fill="hold" grpId="0" nodeType="withEffect" decel="100000">
                            <p:stCondLst>
                              <p:cond delay="30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6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6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818" y="274320"/>
            <a:ext cx="4304060" cy="1051560"/>
          </a:xfrm>
          <a:prstGeom prst="rect">
            <a:avLst/>
          </a:prstGeom>
        </p:spPr>
      </p:pic>
      <p:sp>
        <p:nvSpPr>
          <p:cNvPr id="3" name="gatecard"/>
          <p:cNvSpPr/>
          <p:nvPr/>
        </p:nvSpPr>
        <p:spPr>
          <a:xfrm>
            <a:off x="6492240" y="1600200"/>
            <a:ext cx="4937760" cy="4663440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4" name="gate" descr="/tmp/claude-0/-home-claude/fe77757a-b201-597d-8fa7-ebfe0e19c7b2/scratchpad/india/art/g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83080"/>
            <a:ext cx="3566160" cy="3200400"/>
          </a:xfrm>
          <a:prstGeom prst="rect">
            <a:avLst/>
          </a:prstGeom>
        </p:spPr>
      </p:pic>
      <p:pic>
        <p:nvPicPr>
          <p:cNvPr id="5" name="gcap" descr="/tmp/claude-0/-home-claude/fe77757a-b201-597d-8fa7-ebfe0e19c7b2/scratchpad/india/gen/p2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212080"/>
            <a:ext cx="4937760" cy="731520"/>
          </a:xfrm>
          <a:prstGeom prst="rect">
            <a:avLst/>
          </a:prstGeom>
        </p:spPr>
      </p:pic>
      <p:pic>
        <p:nvPicPr>
          <p:cNvPr id="6" name="city" descr="/tmp/claude-0/-home-claude/fe77757a-b201-597d-8fa7-ebfe0e19c7b2/scratchpad/india/gen/p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194560"/>
            <a:ext cx="5120640" cy="1463040"/>
          </a:xfrm>
          <a:prstGeom prst="rect">
            <a:avLst/>
          </a:prstGeom>
        </p:spPr>
      </p:pic>
      <p:pic>
        <p:nvPicPr>
          <p:cNvPr id="7" name="cdesc" descr="/tmp/claude-0/-home-claude/fe77757a-b201-597d-8fa7-ebfe0e19c7b2/scratchpad/india/gen/p2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977640"/>
            <a:ext cx="5120640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6" presetClass="emph" presetSubtype="0" repeatCount="indefinite" autoRev="1" fill="hold" grpId="1" nodeType="withEffect">
                            <p:stCondLst>
                              <p:cond delay="1100"/>
                            </p:stCondLst>
                            <p:childTnLst>
                              <p:animScale>
                                <p:cBhvr>
                                  <p:cTn id="15" dur="650" fill="hold"/>
                                  <p:tgtEl>
                                    <p:spTgt spid="6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20" presetID="53" presetClass="entr" presetSubtype="16" fill="hold" grpId="0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8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presetID="2" presetClass="entr" presetSubtype="4" fill="hold" grpId="0" nodeType="withEffect" decel="100000">
                            <p:stCondLst>
                              <p:cond delay="19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3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10" presetClass="entr" presetSubtype="0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" presetClass="entr" presetSubtype="4" fill="hold" grpId="0" nodeType="withEffect" decel="100000">
                            <p:stCondLst>
                              <p:cond delay="290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9" dur="6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0" dur="6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306" y="274320"/>
            <a:ext cx="3059084" cy="1051560"/>
          </a:xfrm>
          <a:prstGeom prst="rect">
            <a:avLst/>
          </a:prstGeom>
        </p:spPr>
      </p:pic>
      <p:sp>
        <p:nvSpPr>
          <p:cNvPr id="3" name="tajcard"/>
          <p:cNvSpPr/>
          <p:nvPr/>
        </p:nvSpPr>
        <p:spPr>
          <a:xfrm>
            <a:off x="914400" y="1554480"/>
            <a:ext cx="10360152" cy="3794760"/>
          </a:xfrm>
          <a:prstGeom prst="roundRect">
            <a:avLst>
              <a:gd name="adj" fmla="val 8434"/>
            </a:avLst>
          </a:prstGeom>
          <a:solidFill>
            <a:srgbClr val="FFF7FB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4" name="taj" descr="/tmp/claude-0/-home-claude/fe77757a-b201-597d-8fa7-ebfe0e19c7b2/scratchpad/india/art/taj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691640"/>
            <a:ext cx="5669280" cy="3968496"/>
          </a:xfrm>
          <a:prstGeom prst="rect">
            <a:avLst/>
          </a:prstGeom>
        </p:spPr>
      </p:pic>
      <p:pic>
        <p:nvPicPr>
          <p:cNvPr id="5" name="t1" descr="/tmp/claude-0/-home-claude/fe77757a-b201-597d-8fa7-ebfe0e19c7b2/scratchpad/india/gen/p3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32120"/>
            <a:ext cx="5120640" cy="914400"/>
          </a:xfrm>
          <a:prstGeom prst="rect">
            <a:avLst/>
          </a:prstGeom>
        </p:spPr>
      </p:pic>
      <p:pic>
        <p:nvPicPr>
          <p:cNvPr id="6" name="t2" descr="/tmp/claude-0/-home-claude/fe77757a-b201-597d-8fa7-ebfe0e19c7b2/scratchpad/india/gen/p3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532120"/>
            <a:ext cx="5120640" cy="914400"/>
          </a:xfrm>
          <a:prstGeom prst="rect">
            <a:avLst/>
          </a:prstGeom>
        </p:spPr>
      </p:pic>
      <p:pic>
        <p:nvPicPr>
          <p:cNvPr id="7" name="sp1" descr="/tmp/claude-0/-home-claude/fe77757a-b201-597d-8fa7-ebfe0e19c7b2/scratchpad/india/img/sparkl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1645920"/>
            <a:ext cx="1005840" cy="1005840"/>
          </a:xfrm>
          <a:prstGeom prst="rect">
            <a:avLst/>
          </a:prstGeom>
        </p:spPr>
      </p:pic>
      <p:pic>
        <p:nvPicPr>
          <p:cNvPr id="8" name="sp2" descr="/tmp/claude-0/-home-claude/fe77757a-b201-597d-8fa7-ebfe0e19c7b2/scratchpad/india/img/sparkl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40" y="2194560"/>
            <a:ext cx="822960" cy="822960"/>
          </a:xfrm>
          <a:prstGeom prst="rect">
            <a:avLst/>
          </a:prstGeom>
        </p:spPr>
      </p:pic>
    </p:spTree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2" presetClass="entr" presetSubtype="4" fill="hold" grpId="0" nodeType="withEffect" decel="100000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53" presetClass="entr" presetSubtype="16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" dur="500" fill="hold"/>
                                  <p:tgtEl>
                                    <p:spTgt spid="7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7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presetID="53" presetClass="entr" presetSubtype="16" fill="hold" grpId="0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4" dur="500" fill="hold"/>
                                  <p:tgtEl>
                                    <p:spTgt spid="8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5" dur="500" fill="hold"/>
                                  <p:tgtEl>
                                    <p:spTgt spid="8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6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2" presetClass="entr" presetSubtype="4" fill="hold" grpId="0" nodeType="withEffect" decel="100000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9" dur="6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0" dur="6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2" presetClass="entr" presetSubtype="4" fill="hold" grpId="0" nodeType="withEffect" decel="100000">
                            <p:stCondLst>
                              <p:cond delay="27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3" dur="6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4" dur="6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6" presetID="6" presetClass="emph" presetSubtype="0" repeatCount="indefinite" autoRev="1" fill="hold" grpId="1" nodeType="withEffect">
                            <p:stCondLst>
                              <p:cond delay="3200"/>
                            </p:stCondLst>
                            <p:childTnLst>
                              <p:animScale>
                                <p:cBhvr>
                                  <p:cTn id="37" dur="650" fill="hold"/>
                                  <p:tgtEl>
                                    <p:spTgt spid="7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38" presetID="6" presetClass="emph" presetSubtype="0" repeatCount="indefinite" autoRev="1" fill="hold" grpId="1" nodeType="withEffect">
                            <p:stCondLst>
                              <p:cond delay="3200"/>
                            </p:stCondLst>
                            <p:childTnLst>
                              <p:animScale>
                                <p:cBhvr>
                                  <p:cTn id="39" dur="650" fill="hold"/>
                                  <p:tgtEl>
                                    <p:spTgt spid="8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879" y="274320"/>
            <a:ext cx="4569937" cy="1051560"/>
          </a:xfrm>
          <a:prstGeom prst="rect">
            <a:avLst/>
          </a:prstGeom>
        </p:spPr>
      </p:pic>
      <p:sp>
        <p:nvSpPr>
          <p:cNvPr id="3" name="ac0"/>
          <p:cNvSpPr/>
          <p:nvPr/>
        </p:nvSpPr>
        <p:spPr>
          <a:xfrm>
            <a:off x="9281160" y="1691640"/>
            <a:ext cx="2606040" cy="448056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4" name="ai0" descr="/tmp/claude-0/-home-claude/fe77757a-b201-597d-8fa7-ebfe0e19c7b2/scratchpad/india/img/tig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874520"/>
            <a:ext cx="2057400" cy="2057400"/>
          </a:xfrm>
          <a:prstGeom prst="rect">
            <a:avLst/>
          </a:prstGeom>
        </p:spPr>
      </p:pic>
      <p:pic>
        <p:nvPicPr>
          <p:cNvPr id="5" name="an0" descr="/tmp/claude-0/-home-claude/fe77757a-b201-597d-8fa7-ebfe0e19c7b2/scratchpad/india/gen/p3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4069080"/>
            <a:ext cx="2240280" cy="822960"/>
          </a:xfrm>
          <a:prstGeom prst="rect">
            <a:avLst/>
          </a:prstGeom>
        </p:spPr>
      </p:pic>
      <p:pic>
        <p:nvPicPr>
          <p:cNvPr id="6" name="as0" descr="/tmp/claude-0/-home-claude/fe77757a-b201-597d-8fa7-ebfe0e19c7b2/scratchpad/india/gen/p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5074920"/>
            <a:ext cx="2423160" cy="731520"/>
          </a:xfrm>
          <a:prstGeom prst="rect">
            <a:avLst/>
          </a:prstGeom>
        </p:spPr>
      </p:pic>
      <p:sp>
        <p:nvSpPr>
          <p:cNvPr id="7" name="ac1"/>
          <p:cNvSpPr/>
          <p:nvPr/>
        </p:nvSpPr>
        <p:spPr>
          <a:xfrm>
            <a:off x="6446520" y="1691640"/>
            <a:ext cx="2606040" cy="448056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8" name="ai1" descr="/tmp/claude-0/-home-claude/fe77757a-b201-597d-8fa7-ebfe0e19c7b2/scratchpad/india/img/elepha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874520"/>
            <a:ext cx="2057400" cy="2057400"/>
          </a:xfrm>
          <a:prstGeom prst="rect">
            <a:avLst/>
          </a:prstGeom>
        </p:spPr>
      </p:pic>
      <p:pic>
        <p:nvPicPr>
          <p:cNvPr id="9" name="an1" descr="/tmp/claude-0/-home-claude/fe77757a-b201-597d-8fa7-ebfe0e19c7b2/scratchpad/india/gen/p3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069080"/>
            <a:ext cx="2240280" cy="822960"/>
          </a:xfrm>
          <a:prstGeom prst="rect">
            <a:avLst/>
          </a:prstGeom>
        </p:spPr>
      </p:pic>
      <p:pic>
        <p:nvPicPr>
          <p:cNvPr id="10" name="as1" descr="/tmp/claude-0/-home-claude/fe77757a-b201-597d-8fa7-ebfe0e19c7b2/scratchpad/india/gen/p4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5074920"/>
            <a:ext cx="2423160" cy="731520"/>
          </a:xfrm>
          <a:prstGeom prst="rect">
            <a:avLst/>
          </a:prstGeom>
        </p:spPr>
      </p:pic>
      <p:sp>
        <p:nvSpPr>
          <p:cNvPr id="11" name="ac2"/>
          <p:cNvSpPr/>
          <p:nvPr/>
        </p:nvSpPr>
        <p:spPr>
          <a:xfrm>
            <a:off x="3611880" y="1691640"/>
            <a:ext cx="2606040" cy="448056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12" name="ai2" descr="/tmp/claude-0/-home-claude/fe77757a-b201-597d-8fa7-ebfe0e19c7b2/scratchpad/india/img/peaco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1874520"/>
            <a:ext cx="2057400" cy="2057400"/>
          </a:xfrm>
          <a:prstGeom prst="rect">
            <a:avLst/>
          </a:prstGeom>
        </p:spPr>
      </p:pic>
      <p:pic>
        <p:nvPicPr>
          <p:cNvPr id="13" name="an2" descr="/tmp/claude-0/-home-claude/fe77757a-b201-597d-8fa7-ebfe0e19c7b2/scratchpad/india/gen/p4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4760" y="4069080"/>
            <a:ext cx="2240280" cy="822960"/>
          </a:xfrm>
          <a:prstGeom prst="rect">
            <a:avLst/>
          </a:prstGeom>
        </p:spPr>
      </p:pic>
      <p:pic>
        <p:nvPicPr>
          <p:cNvPr id="14" name="as2" descr="/tmp/claude-0/-home-claude/fe77757a-b201-597d-8fa7-ebfe0e19c7b2/scratchpad/india/gen/p45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03320" y="5074920"/>
            <a:ext cx="2423160" cy="731520"/>
          </a:xfrm>
          <a:prstGeom prst="rect">
            <a:avLst/>
          </a:prstGeom>
        </p:spPr>
      </p:pic>
      <p:sp>
        <p:nvSpPr>
          <p:cNvPr id="15" name="ac3"/>
          <p:cNvSpPr/>
          <p:nvPr/>
        </p:nvSpPr>
        <p:spPr>
          <a:xfrm>
            <a:off x="777240" y="1691640"/>
            <a:ext cx="2606040" cy="448056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16" name="ai3" descr="/tmp/claude-0/-home-claude/fe77757a-b201-597d-8fa7-ebfe0e19c7b2/scratchpad/india/img/monke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560" y="1874520"/>
            <a:ext cx="2057400" cy="2057400"/>
          </a:xfrm>
          <a:prstGeom prst="rect">
            <a:avLst/>
          </a:prstGeom>
        </p:spPr>
      </p:pic>
      <p:pic>
        <p:nvPicPr>
          <p:cNvPr id="17" name="an3" descr="/tmp/claude-0/-home-claude/fe77757a-b201-597d-8fa7-ebfe0e19c7b2/scratchpad/india/gen/p47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0120" y="4069080"/>
            <a:ext cx="2240280" cy="822960"/>
          </a:xfrm>
          <a:prstGeom prst="rect">
            <a:avLst/>
          </a:prstGeom>
        </p:spPr>
      </p:pic>
      <p:pic>
        <p:nvPicPr>
          <p:cNvPr id="18" name="as3" descr="/tmp/claude-0/-home-claude/fe77757a-b201-597d-8fa7-ebfe0e19c7b2/scratchpad/india/gen/p49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8680" y="5074920"/>
            <a:ext cx="2423160" cy="7315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2" presetClass="entr" presetSubtype="4" fill="hold" grpId="0" nodeType="withEffect" decel="100000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53" presetClass="entr" presetSubtype="16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presetID="53" presetClass="entr" presetSubtype="16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 fill="hold"/>
                                  <p:tgtEl>
                                    <p:spTgt spid="7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8" dur="500" fill="hold"/>
                                  <p:tgtEl>
                                    <p:spTgt spid="7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" presetClass="entr" presetSubtype="4" fill="hold" grpId="0" nodeType="withEffect" decel="100000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6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6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53" presetClass="entr" presetSubtype="16" fill="hold" grpId="0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6" dur="500" fill="hold"/>
                                  <p:tgtEl>
                                    <p:spTgt spid="9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7" dur="500" fill="hold"/>
                                  <p:tgtEl>
                                    <p:spTgt spid="9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" presetID="10" presetClass="entr" presetSubtype="0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53" presetClass="entr" presetSubtype="16" fill="hold" grpId="0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4" dur="500" fill="hold"/>
                                  <p:tgtEl>
                                    <p:spTgt spid="11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45" dur="500" fill="hold"/>
                                  <p:tgtEl>
                                    <p:spTgt spid="11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6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2" presetClass="entr" presetSubtype="4" fill="hold" grpId="0" nodeType="withEffect" decel="100000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9" dur="600" fill="hold"/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50" dur="6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6" presetID="53" presetClass="entr" presetSubtype="16" fill="hold" grpId="0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3" dur="500" fill="hold"/>
                                  <p:tgtEl>
                                    <p:spTgt spid="1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54" dur="500" fill="hold"/>
                                  <p:tgtEl>
                                    <p:spTgt spid="1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5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21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53" presetClass="entr" presetSubtype="16" fill="hold" grpId="0" nodeType="withEffect">
                            <p:stCondLst>
                              <p:cond delay="225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1" dur="500" fill="hold"/>
                                  <p:tgtEl>
                                    <p:spTgt spid="1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2" dur="500" fill="hold"/>
                                  <p:tgtEl>
                                    <p:spTgt spid="1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3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" presetID="2" presetClass="entr" presetSubtype="4" fill="hold" grpId="0" nodeType="withEffect" decel="100000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6" dur="600" fill="hold"/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7" dur="6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3" presetID="53" presetClass="entr" presetSubtype="16" fill="hold" grpId="0" nodeType="withEffect">
                            <p:stCondLst>
                              <p:cond delay="265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0" dur="500" fill="hold"/>
                                  <p:tgtEl>
                                    <p:spTgt spid="17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1" dur="500" fill="hold"/>
                                  <p:tgtEl>
                                    <p:spTgt spid="17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2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7" presetID="6" presetClass="emph" presetSubtype="0" repeatCount="indefinite" autoRev="1" fill="hold" grpId="1" nodeType="withEffect">
                            <p:stCondLst>
                              <p:cond delay="3400"/>
                            </p:stCondLst>
                            <p:childTnLst>
                              <p:animScale>
                                <p:cBhvr>
                                  <p:cTn id="78" dur="650" fill="hold"/>
                                  <p:tgtEl>
                                    <p:spTgt spid="8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3" grpId="0" animBg="1"/>
      <p:bldP spid="7" grpId="0" animBg="1"/>
      <p:bldP spid="11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615" y="274320"/>
            <a:ext cx="5136466" cy="1051560"/>
          </a:xfrm>
          <a:prstGeom prst="rect">
            <a:avLst/>
          </a:prstGeom>
        </p:spPr>
      </p:pic>
      <p:sp>
        <p:nvSpPr>
          <p:cNvPr id="3" name="fc0"/>
          <p:cNvSpPr/>
          <p:nvPr/>
        </p:nvSpPr>
        <p:spPr>
          <a:xfrm>
            <a:off x="9281160" y="1691640"/>
            <a:ext cx="2606040" cy="448056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4" name="fi0" descr="/tmp/claude-0/-home-claude/fe77757a-b201-597d-8fa7-ebfe0e19c7b2/scratchpad/india/img/curry_r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920240"/>
            <a:ext cx="2057400" cy="2057400"/>
          </a:xfrm>
          <a:prstGeom prst="rect">
            <a:avLst/>
          </a:prstGeom>
        </p:spPr>
      </p:pic>
      <p:pic>
        <p:nvPicPr>
          <p:cNvPr id="5" name="fn0" descr="/tmp/claude-0/-home-claude/fe77757a-b201-597d-8fa7-ebfe0e19c7b2/scratchpad/india/gen/p5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4069080"/>
            <a:ext cx="2240280" cy="822960"/>
          </a:xfrm>
          <a:prstGeom prst="rect">
            <a:avLst/>
          </a:prstGeom>
        </p:spPr>
      </p:pic>
      <p:pic>
        <p:nvPicPr>
          <p:cNvPr id="6" name="fs0" descr="/tmp/claude-0/-home-claude/fe77757a-b201-597d-8fa7-ebfe0e19c7b2/scratchpad/india/gen/p5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5074920"/>
            <a:ext cx="2423160" cy="731520"/>
          </a:xfrm>
          <a:prstGeom prst="rect">
            <a:avLst/>
          </a:prstGeom>
        </p:spPr>
      </p:pic>
      <p:sp>
        <p:nvSpPr>
          <p:cNvPr id="7" name="fc1"/>
          <p:cNvSpPr/>
          <p:nvPr/>
        </p:nvSpPr>
        <p:spPr>
          <a:xfrm>
            <a:off x="6446520" y="1691640"/>
            <a:ext cx="2606040" cy="448056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8" name="fi1" descr="/tmp/claude-0/-home-claude/fe77757a-b201-597d-8fa7-ebfe0e19c7b2/scratchpad/india/img/flatbre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920240"/>
            <a:ext cx="2057400" cy="2057400"/>
          </a:xfrm>
          <a:prstGeom prst="rect">
            <a:avLst/>
          </a:prstGeom>
        </p:spPr>
      </p:pic>
      <p:pic>
        <p:nvPicPr>
          <p:cNvPr id="9" name="fn1" descr="/tmp/claude-0/-home-claude/fe77757a-b201-597d-8fa7-ebfe0e19c7b2/scratchpad/india/gen/p5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069080"/>
            <a:ext cx="2240280" cy="822960"/>
          </a:xfrm>
          <a:prstGeom prst="rect">
            <a:avLst/>
          </a:prstGeom>
        </p:spPr>
      </p:pic>
      <p:pic>
        <p:nvPicPr>
          <p:cNvPr id="10" name="fs1" descr="/tmp/claude-0/-home-claude/fe77757a-b201-597d-8fa7-ebfe0e19c7b2/scratchpad/india/gen/p5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5074920"/>
            <a:ext cx="2423160" cy="731520"/>
          </a:xfrm>
          <a:prstGeom prst="rect">
            <a:avLst/>
          </a:prstGeom>
        </p:spPr>
      </p:pic>
      <p:sp>
        <p:nvSpPr>
          <p:cNvPr id="11" name="fc2"/>
          <p:cNvSpPr/>
          <p:nvPr/>
        </p:nvSpPr>
        <p:spPr>
          <a:xfrm>
            <a:off x="3611880" y="1691640"/>
            <a:ext cx="2606040" cy="448056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12" name="fi2" descr="/tmp/claude-0/-home-claude/fe77757a-b201-597d-8fa7-ebfe0e19c7b2/scratchpad/india/art/samos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1920240"/>
            <a:ext cx="2057400" cy="1545336"/>
          </a:xfrm>
          <a:prstGeom prst="rect">
            <a:avLst/>
          </a:prstGeom>
        </p:spPr>
      </p:pic>
      <p:pic>
        <p:nvPicPr>
          <p:cNvPr id="13" name="fn2" descr="/tmp/claude-0/-home-claude/fe77757a-b201-597d-8fa7-ebfe0e19c7b2/scratchpad/india/gen/p6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4760" y="4069080"/>
            <a:ext cx="2240280" cy="822960"/>
          </a:xfrm>
          <a:prstGeom prst="rect">
            <a:avLst/>
          </a:prstGeom>
        </p:spPr>
      </p:pic>
      <p:pic>
        <p:nvPicPr>
          <p:cNvPr id="14" name="fs2" descr="/tmp/claude-0/-home-claude/fe77757a-b201-597d-8fa7-ebfe0e19c7b2/scratchpad/india/gen/p6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03320" y="5074920"/>
            <a:ext cx="2423160" cy="731520"/>
          </a:xfrm>
          <a:prstGeom prst="rect">
            <a:avLst/>
          </a:prstGeom>
        </p:spPr>
      </p:pic>
      <p:sp>
        <p:nvSpPr>
          <p:cNvPr id="15" name="fc3"/>
          <p:cNvSpPr/>
          <p:nvPr/>
        </p:nvSpPr>
        <p:spPr>
          <a:xfrm>
            <a:off x="777240" y="1691640"/>
            <a:ext cx="2606040" cy="448056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16" name="fi3" descr="/tmp/claude-0/-home-claude/fe77757a-b201-597d-8fa7-ebfe0e19c7b2/scratchpad/india/img/hot_beverag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560" y="1920240"/>
            <a:ext cx="2057400" cy="2057400"/>
          </a:xfrm>
          <a:prstGeom prst="rect">
            <a:avLst/>
          </a:prstGeom>
        </p:spPr>
      </p:pic>
      <p:pic>
        <p:nvPicPr>
          <p:cNvPr id="17" name="fn3" descr="/tmp/claude-0/-home-claude/fe77757a-b201-597d-8fa7-ebfe0e19c7b2/scratchpad/india/gen/p64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0120" y="4069080"/>
            <a:ext cx="2240280" cy="822960"/>
          </a:xfrm>
          <a:prstGeom prst="rect">
            <a:avLst/>
          </a:prstGeom>
        </p:spPr>
      </p:pic>
      <p:pic>
        <p:nvPicPr>
          <p:cNvPr id="18" name="fs3" descr="/tmp/claude-0/-home-claude/fe77757a-b201-597d-8fa7-ebfe0e19c7b2/scratchpad/india/gen/p66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8680" y="5074920"/>
            <a:ext cx="2423160" cy="731520"/>
          </a:xfrm>
          <a:prstGeom prst="rect">
            <a:avLst/>
          </a:prstGeom>
        </p:spPr>
      </p:pic>
      <p:pic>
        <p:nvPicPr>
          <p:cNvPr id="19" name="pep" descr="/tmp/claude-0/-home-claude/fe77757a-b201-597d-8fa7-ebfe0e19c7b2/scratchpad/india/img/hot_pepp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" y="5760720"/>
            <a:ext cx="822960" cy="822960"/>
          </a:xfrm>
          <a:prstGeom prst="rect">
            <a:avLst/>
          </a:prstGeom>
        </p:spPr>
      </p:pic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" presetClass="entr" presetSubtype="4" fill="hold" grpId="0" nodeType="withEffect" decel="10000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6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6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presetID="53" presetClass="entr" presetSubtype="16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 fill="hold"/>
                                  <p:tgtEl>
                                    <p:spTgt spid="7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8" dur="500" fill="hold"/>
                                  <p:tgtEl>
                                    <p:spTgt spid="7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00" fill="hold"/>
                                  <p:tgtEl>
                                    <p:spTgt spid="8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500" fill="hold"/>
                                  <p:tgtEl>
                                    <p:spTgt spid="8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9" presetID="2" presetClass="entr" presetSubtype="4" fill="hold" grpId="0" nodeType="withEffect" decel="100000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600" fill="hold"/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8" dur="6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2" presetID="10" presetClass="entr" presetSubtype="0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53" presetClass="entr" presetSubtype="16" fill="hold" grpId="0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4" dur="500" fill="hold"/>
                                  <p:tgtEl>
                                    <p:spTgt spid="11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45" dur="500" fill="hold"/>
                                  <p:tgtEl>
                                    <p:spTgt spid="11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6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53" presetClass="entr" presetSubtype="16" fill="hold" grpId="0" nodeType="with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9" dur="500" fill="hold"/>
                                  <p:tgtEl>
                                    <p:spTgt spid="1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50" dur="500" fill="hold"/>
                                  <p:tgtEl>
                                    <p:spTgt spid="1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1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2" presetClass="entr" presetSubtype="4" fill="hold" grpId="0" nodeType="withEffect" decel="100000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4" dur="6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55" dur="6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21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53" presetClass="entr" presetSubtype="16" fill="hold" grpId="0" nodeType="withEffect">
                            <p:stCondLst>
                              <p:cond delay="225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1" dur="500" fill="hold"/>
                                  <p:tgtEl>
                                    <p:spTgt spid="1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2" dur="500" fill="hold"/>
                                  <p:tgtEl>
                                    <p:spTgt spid="1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3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9" presetID="53" presetClass="entr" presetSubtype="16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6" dur="500" fill="hold"/>
                                  <p:tgtEl>
                                    <p:spTgt spid="1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7" dur="500" fill="hold"/>
                                  <p:tgtEl>
                                    <p:spTgt spid="1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2" presetClass="entr" presetSubtype="4" fill="hold" grpId="0" nodeType="withEffect" decel="100000">
                            <p:stCondLst>
                              <p:cond delay="265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1" dur="600" fill="hold"/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2" dur="60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6" presetID="10" presetClass="entr" presetSubtype="0" fill="hold" grpId="0" nodeType="with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6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1" presetID="53" presetClass="entr" presetSubtype="16" fill="hold" grpId="0" nodeType="withEffect">
                            <p:stCondLst>
                              <p:cond delay="33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8" dur="500" fill="hold"/>
                                  <p:tgtEl>
                                    <p:spTgt spid="19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9" dur="500" fill="hold"/>
                                  <p:tgtEl>
                                    <p:spTgt spid="19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0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6" presetClass="emph" presetSubtype="0" repeatCount="indefinite" autoRev="1" fill="hold" grpId="1" nodeType="withEffect">
                            <p:stCondLst>
                              <p:cond delay="3600"/>
                            </p:stCondLst>
                            <p:childTnLst>
                              <p:animScale>
                                <p:cBhvr>
                                  <p:cTn id="83" dur="650" fill="hold"/>
                                  <p:tgtEl>
                                    <p:spTgt spid="19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3" grpId="0" animBg="1"/>
      <p:bldP spid="7" grpId="0" animBg="1"/>
      <p:bldP spid="11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6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670" y="274320"/>
            <a:ext cx="3858355" cy="1051560"/>
          </a:xfrm>
          <a:prstGeom prst="rect">
            <a:avLst/>
          </a:prstGeom>
        </p:spPr>
      </p:pic>
      <p:sp>
        <p:nvSpPr>
          <p:cNvPr id="3" name="mc"/>
          <p:cNvSpPr/>
          <p:nvPr/>
        </p:nvSpPr>
        <p:spPr>
          <a:xfrm>
            <a:off x="6355080" y="1691640"/>
            <a:ext cx="4937760" cy="44805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4" name="mango" descr="/tmp/claude-0/-home-claude/fe77757a-b201-597d-8fa7-ebfe0e19c7b2/scratchpad/india/img/man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74520"/>
            <a:ext cx="2560320" cy="2560320"/>
          </a:xfrm>
          <a:prstGeom prst="rect">
            <a:avLst/>
          </a:prstGeom>
        </p:spPr>
      </p:pic>
      <p:pic>
        <p:nvPicPr>
          <p:cNvPr id="5" name="mn" descr="/tmp/claude-0/-home-claude/fe77757a-b201-597d-8fa7-ebfe0e19c7b2/scratchpad/india/gen/p6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572000"/>
            <a:ext cx="4023360" cy="868680"/>
          </a:xfrm>
          <a:prstGeom prst="rect">
            <a:avLst/>
          </a:prstGeom>
        </p:spPr>
      </p:pic>
      <p:pic>
        <p:nvPicPr>
          <p:cNvPr id="6" name="ms" descr="/tmp/claude-0/-home-claude/fe77757a-b201-597d-8fa7-ebfe0e19c7b2/scratchpad/india/gen/p7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5440680"/>
            <a:ext cx="4937760" cy="640080"/>
          </a:xfrm>
          <a:prstGeom prst="rect">
            <a:avLst/>
          </a:prstGeom>
        </p:spPr>
      </p:pic>
      <p:sp>
        <p:nvSpPr>
          <p:cNvPr id="7" name="lc"/>
          <p:cNvSpPr/>
          <p:nvPr/>
        </p:nvSpPr>
        <p:spPr>
          <a:xfrm>
            <a:off x="914400" y="1691640"/>
            <a:ext cx="4937760" cy="44805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8" name="lotus" descr="/tmp/claude-0/-home-claude/fe77757a-b201-597d-8fa7-ebfe0e19c7b2/scratchpad/india/img/lotu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0" y="1874520"/>
            <a:ext cx="2560320" cy="2560320"/>
          </a:xfrm>
          <a:prstGeom prst="rect">
            <a:avLst/>
          </a:prstGeom>
        </p:spPr>
      </p:pic>
      <p:pic>
        <p:nvPicPr>
          <p:cNvPr id="9" name="ln" descr="/tmp/claude-0/-home-claude/fe77757a-b201-597d-8fa7-ebfe0e19c7b2/scratchpad/india/gen/p7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4572000"/>
            <a:ext cx="4023360" cy="868680"/>
          </a:xfrm>
          <a:prstGeom prst="rect">
            <a:avLst/>
          </a:prstGeom>
        </p:spPr>
      </p:pic>
      <p:pic>
        <p:nvPicPr>
          <p:cNvPr id="10" name="ls" descr="/tmp/claude-0/-home-claude/fe77757a-b201-597d-8fa7-ebfe0e19c7b2/scratchpad/india/gen/p7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440680"/>
            <a:ext cx="4937760" cy="64008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2" presetClass="entr" presetSubtype="4" fill="hold" grpId="0" nodeType="withEffect" decel="100000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53" presetClass="entr" presetSubtype="16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presetID="53" presetClass="entr" presetSubtype="16" fill="hold" grpId="0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 fill="hold"/>
                                  <p:tgtEl>
                                    <p:spTgt spid="7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8" dur="500" fill="hold"/>
                                  <p:tgtEl>
                                    <p:spTgt spid="7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" presetClass="entr" presetSubtype="4" fill="hold" grpId="0" nodeType="withEffect" decel="100000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6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6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53" presetClass="entr" presetSubtype="16" fill="hold" grpId="0" nodeType="withEffect">
                            <p:stCondLst>
                              <p:cond delay="22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6" dur="500" fill="hold"/>
                                  <p:tgtEl>
                                    <p:spTgt spid="9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7" dur="500" fill="hold"/>
                                  <p:tgtEl>
                                    <p:spTgt spid="9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" presetID="10" presetClass="entr" presetSubtype="0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6" presetClass="emph" presetSubtype="0" repeatCount="indefinite" autoRev="1" fill="hold" grpId="1" nodeType="withEffect">
                            <p:stCondLst>
                              <p:cond delay="2900"/>
                            </p:stCondLst>
                            <p:childTnLst>
                              <p:animScale>
                                <p:cBhvr>
                                  <p:cTn id="44" dur="650" fill="hold"/>
                                  <p:tgtEl>
                                    <p:spTgt spid="4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3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87" y="274320"/>
            <a:ext cx="5771720" cy="1051560"/>
          </a:xfrm>
          <a:prstGeom prst="rect">
            <a:avLst/>
          </a:prstGeom>
        </p:spPr>
      </p:pic>
      <p:sp>
        <p:nvSpPr>
          <p:cNvPr id="3" name="tc0"/>
          <p:cNvSpPr/>
          <p:nvPr/>
        </p:nvSpPr>
        <p:spPr>
          <a:xfrm>
            <a:off x="8366760" y="1691640"/>
            <a:ext cx="3291840" cy="448056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4" name="ti0" descr="/tmp/claude-0/-home-claude/fe77757a-b201-597d-8fa7-ebfe0e19c7b2/scratchpad/india/img/sar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874520"/>
            <a:ext cx="2286000" cy="2286000"/>
          </a:xfrm>
          <a:prstGeom prst="rect">
            <a:avLst/>
          </a:prstGeom>
        </p:spPr>
      </p:pic>
      <p:pic>
        <p:nvPicPr>
          <p:cNvPr id="5" name="tn0" descr="/tmp/claude-0/-home-claude/fe77757a-b201-597d-8fa7-ebfe0e19c7b2/scratchpad/india/gen/p7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4206240"/>
            <a:ext cx="2560320" cy="822960"/>
          </a:xfrm>
          <a:prstGeom prst="rect">
            <a:avLst/>
          </a:prstGeom>
        </p:spPr>
      </p:pic>
      <p:pic>
        <p:nvPicPr>
          <p:cNvPr id="6" name="tsub0" descr="/tmp/claude-0/-home-claude/fe77757a-b201-597d-8fa7-ebfe0e19c7b2/scratchpad/india/gen/p8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5166360"/>
            <a:ext cx="3108960" cy="777240"/>
          </a:xfrm>
          <a:prstGeom prst="rect">
            <a:avLst/>
          </a:prstGeom>
        </p:spPr>
      </p:pic>
      <p:sp>
        <p:nvSpPr>
          <p:cNvPr id="7" name="tc1"/>
          <p:cNvSpPr/>
          <p:nvPr/>
        </p:nvSpPr>
        <p:spPr>
          <a:xfrm>
            <a:off x="4709160" y="1691640"/>
            <a:ext cx="3291840" cy="448056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8" name="ti1" descr="/tmp/claude-0/-home-claude/fe77757a-b201-597d-8fa7-ebfe0e19c7b2/scratchpad/india/img/auto_ricksha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1874520"/>
            <a:ext cx="2286000" cy="2286000"/>
          </a:xfrm>
          <a:prstGeom prst="rect">
            <a:avLst/>
          </a:prstGeom>
        </p:spPr>
      </p:pic>
      <p:pic>
        <p:nvPicPr>
          <p:cNvPr id="9" name="tn1" descr="/tmp/claude-0/-home-claude/fe77757a-b201-597d-8fa7-ebfe0e19c7b2/scratchpad/india/gen/p8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4206240"/>
            <a:ext cx="2560320" cy="822960"/>
          </a:xfrm>
          <a:prstGeom prst="rect">
            <a:avLst/>
          </a:prstGeom>
        </p:spPr>
      </p:pic>
      <p:pic>
        <p:nvPicPr>
          <p:cNvPr id="10" name="tsub1" descr="/tmp/claude-0/-home-claude/fe77757a-b201-597d-8fa7-ebfe0e19c7b2/scratchpad/india/gen/p8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5166360"/>
            <a:ext cx="3108960" cy="777240"/>
          </a:xfrm>
          <a:prstGeom prst="rect">
            <a:avLst/>
          </a:prstGeom>
        </p:spPr>
      </p:pic>
      <p:sp>
        <p:nvSpPr>
          <p:cNvPr id="11" name="tc2"/>
          <p:cNvSpPr/>
          <p:nvPr/>
        </p:nvSpPr>
        <p:spPr>
          <a:xfrm>
            <a:off x="1051560" y="1691640"/>
            <a:ext cx="3291840" cy="448056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12" name="ti2" descr="/tmp/claude-0/-home-claude/fe77757a-b201-597d-8fa7-ebfe0e19c7b2/scratchpad/india/img/locomoti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4480" y="1874520"/>
            <a:ext cx="2286000" cy="2286000"/>
          </a:xfrm>
          <a:prstGeom prst="rect">
            <a:avLst/>
          </a:prstGeom>
        </p:spPr>
      </p:pic>
      <p:pic>
        <p:nvPicPr>
          <p:cNvPr id="13" name="tn2" descr="/tmp/claude-0/-home-claude/fe77757a-b201-597d-8fa7-ebfe0e19c7b2/scratchpad/india/gen/p8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7320" y="4206240"/>
            <a:ext cx="2560320" cy="822960"/>
          </a:xfrm>
          <a:prstGeom prst="rect">
            <a:avLst/>
          </a:prstGeom>
        </p:spPr>
      </p:pic>
      <p:pic>
        <p:nvPicPr>
          <p:cNvPr id="14" name="tsub2" descr="/tmp/claude-0/-home-claude/fe77757a-b201-597d-8fa7-ebfe0e19c7b2/scratchpad/india/gen/p9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0" y="5166360"/>
            <a:ext cx="3108960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2" presetClass="entr" presetSubtype="4" fill="hold" grpId="0" nodeType="withEffect" decel="100000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2" presetID="53" presetClass="entr" presetSubtype="16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 fill="hold"/>
                                  <p:tgtEl>
                                    <p:spTgt spid="7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8" dur="500" fill="hold"/>
                                  <p:tgtEl>
                                    <p:spTgt spid="7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2" presetClass="entr" presetSubtype="2" fill="hold" grpId="0" nodeType="withEffect" decel="10000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7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70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53" presetClass="entr" presetSubtype="16" fill="hold" grpId="0" nodeType="with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6" dur="500" fill="hold"/>
                                  <p:tgtEl>
                                    <p:spTgt spid="9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7" dur="500" fill="hold"/>
                                  <p:tgtEl>
                                    <p:spTgt spid="9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" presetID="10" presetClass="entr" presetSubtype="0" fill="hold" grpId="0" nodeType="withEffect">
                            <p:stCondLst>
                              <p:cond delay="180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53" presetClass="entr" presetSubtype="16" fill="hold" grpId="0" nodeType="withEffect">
                            <p:stCondLst>
                              <p:cond delay="190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4" dur="500" fill="hold"/>
                                  <p:tgtEl>
                                    <p:spTgt spid="11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45" dur="500" fill="hold"/>
                                  <p:tgtEl>
                                    <p:spTgt spid="11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6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2" presetClass="entr" presetSubtype="4" fill="hold" grpId="0" nodeType="withEffect" decel="100000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9" dur="600" fill="hold"/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50" dur="6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6" presetID="53" presetClass="entr" presetSubtype="16" fill="hold" grpId="0" nodeType="withEffect">
                            <p:stCondLst>
                              <p:cond delay="240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3" dur="500" fill="hold"/>
                                  <p:tgtEl>
                                    <p:spTgt spid="1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54" dur="500" fill="hold"/>
                                  <p:tgtEl>
                                    <p:spTgt spid="1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5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grpId="0" nodeType="withEffect">
                            <p:stCondLst>
                              <p:cond delay="26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6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3" grpId="0" animBg="1"/>
      <p:bldP spid="7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9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79" y="274320"/>
            <a:ext cx="5668936" cy="1051560"/>
          </a:xfrm>
          <a:prstGeom prst="rect">
            <a:avLst/>
          </a:prstGeom>
        </p:spPr>
      </p:pic>
      <p:sp>
        <p:nvSpPr>
          <p:cNvPr id="3" name="sc"/>
          <p:cNvSpPr/>
          <p:nvPr/>
        </p:nvSpPr>
        <p:spPr>
          <a:xfrm>
            <a:off x="6400800" y="1691640"/>
            <a:ext cx="4937760" cy="44805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4" name="cr" descr="/tmp/claude-0/-home-claude/fe77757a-b201-597d-8fa7-ebfe0e19c7b2/scratchpad/india/img/cricket_ga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920240"/>
            <a:ext cx="2743200" cy="2743200"/>
          </a:xfrm>
          <a:prstGeom prst="rect">
            <a:avLst/>
          </a:prstGeom>
        </p:spPr>
      </p:pic>
      <p:pic>
        <p:nvPicPr>
          <p:cNvPr id="5" name="sn" descr="/tmp/claude-0/-home-claude/fe77757a-b201-597d-8fa7-ebfe0e19c7b2/scratchpad/india/gen/p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846320"/>
            <a:ext cx="4023360" cy="914400"/>
          </a:xfrm>
          <a:prstGeom prst="rect">
            <a:avLst/>
          </a:prstGeom>
        </p:spPr>
      </p:pic>
      <p:pic>
        <p:nvPicPr>
          <p:cNvPr id="6" name="s1" descr="/tmp/claude-0/-home-claude/fe77757a-b201-597d-8fa7-ebfe0e19c7b2/scratchpad/india/gen/p9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194560"/>
            <a:ext cx="5120640" cy="914400"/>
          </a:xfrm>
          <a:prstGeom prst="rect">
            <a:avLst/>
          </a:prstGeom>
        </p:spPr>
      </p:pic>
      <p:pic>
        <p:nvPicPr>
          <p:cNvPr id="7" name="s2" descr="/tmp/claude-0/-home-claude/fe77757a-b201-597d-8fa7-ebfe0e19c7b2/scratchpad/india/gen/p9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383280"/>
            <a:ext cx="5120640" cy="1188720"/>
          </a:xfrm>
          <a:prstGeom prst="rect">
            <a:avLst/>
          </a:prstGeom>
        </p:spPr>
      </p:pic>
      <p:pic>
        <p:nvPicPr>
          <p:cNvPr id="8" name="tro" descr="/tmp/claude-0/-home-claude/fe77757a-b201-597d-8fa7-ebfe0e19c7b2/scratchpad/india/img/troph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4846320"/>
            <a:ext cx="1371600" cy="13716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2" presetClass="entr" presetSubtype="4" fill="hold" grpId="0" nodeType="withEffect" decel="100000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6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6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6" presetID="2" presetClass="entr" presetSubtype="4" fill="hold" grpId="0" nodeType="withEffect" decel="100000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4" dur="6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5" dur="6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0" presetID="2" presetClass="entr" presetSubtype="4" fill="hold" grpId="0" nodeType="withEffect" decel="100000">
                            <p:stCondLst>
                              <p:cond delay="23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8" dur="600" fill="hold"/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9" dur="60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53" presetClass="entr" presetSubtype="16" fill="hold" grpId="0" nodeType="withEffect">
                            <p:stCondLst>
                              <p:cond delay="30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00" fill="hold"/>
                                  <p:tgtEl>
                                    <p:spTgt spid="8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500" fill="hold"/>
                                  <p:tgtEl>
                                    <p:spTgt spid="8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" presetID="6" presetClass="emph" presetSubtype="0" repeatCount="indefinite" autoRev="1" fill="hold" grpId="1" nodeType="withEffect">
                            <p:stCondLst>
                              <p:cond delay="3300"/>
                            </p:stCondLst>
                            <p:childTnLst>
                              <p:animScale>
                                <p:cBhvr>
                                  <p:cTn id="37" dur="650" fill="hold"/>
                                  <p:tgtEl>
                                    <p:spTgt spid="4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9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113" y="320040"/>
            <a:ext cx="4055469" cy="1280160"/>
          </a:xfrm>
          <a:prstGeom prst="rect">
            <a:avLst/>
          </a:prstGeom>
        </p:spPr>
      </p:pic>
      <p:pic>
        <p:nvPicPr>
          <p:cNvPr id="3" name="sub" descr="/tmp/claude-0/-home-claude/fe77757a-b201-597d-8fa7-ebfe0e19c7b2/scratchpad/india/gen/p1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783080"/>
            <a:ext cx="7772400" cy="822960"/>
          </a:xfrm>
          <a:prstGeom prst="rect">
            <a:avLst/>
          </a:prstGeom>
        </p:spPr>
      </p:pic>
      <p:sp>
        <p:nvSpPr>
          <p:cNvPr id="4" name="teamA"/>
          <p:cNvSpPr/>
          <p:nvPr/>
        </p:nvSpPr>
        <p:spPr>
          <a:xfrm>
            <a:off x="6400800" y="2743200"/>
            <a:ext cx="4206240" cy="210312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5" name="tA" descr="/tmp/claude-0/-home-claude/fe77757a-b201-597d-8fa7-ebfe0e19c7b2/scratchpad/india/img/elepha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971800"/>
            <a:ext cx="1280160" cy="1280160"/>
          </a:xfrm>
          <a:prstGeom prst="rect">
            <a:avLst/>
          </a:prstGeom>
        </p:spPr>
      </p:pic>
      <p:pic>
        <p:nvPicPr>
          <p:cNvPr id="6" name="nA" descr="/tmp/claude-0/-home-claude/fe77757a-b201-597d-8fa7-ebfe0e19c7b2/scratchpad/india/gen/p10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063240"/>
            <a:ext cx="2560320" cy="1371600"/>
          </a:xfrm>
          <a:prstGeom prst="rect">
            <a:avLst/>
          </a:prstGeom>
        </p:spPr>
      </p:pic>
      <p:sp>
        <p:nvSpPr>
          <p:cNvPr id="7" name="teamB"/>
          <p:cNvSpPr/>
          <p:nvPr/>
        </p:nvSpPr>
        <p:spPr>
          <a:xfrm>
            <a:off x="1554480" y="2743200"/>
            <a:ext cx="4206240" cy="210312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63500" dir="5400000">
              <a:srgbClr val="7B2CBF">
                <a:alpha val="22000"/>
              </a:srgbClr>
            </a:outerShdw>
          </a:effectLst>
        </p:spPr>
      </p:sp>
      <p:pic>
        <p:nvPicPr>
          <p:cNvPr id="8" name="tB" descr="/tmp/claude-0/-home-claude/fe77757a-b201-597d-8fa7-ebfe0e19c7b2/scratchpad/india/img/tig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2971800"/>
            <a:ext cx="1280160" cy="1280160"/>
          </a:xfrm>
          <a:prstGeom prst="rect">
            <a:avLst/>
          </a:prstGeom>
        </p:spPr>
      </p:pic>
      <p:pic>
        <p:nvPicPr>
          <p:cNvPr id="9" name="nB" descr="/tmp/claude-0/-home-claude/fe77757a-b201-597d-8fa7-ebfe0e19c7b2/scratchpad/india/gen/p10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3063240"/>
            <a:ext cx="2560320" cy="1371600"/>
          </a:xfrm>
          <a:prstGeom prst="rect">
            <a:avLst/>
          </a:prstGeom>
        </p:spPr>
      </p:pic>
      <p:pic>
        <p:nvPicPr>
          <p:cNvPr id="10" name="rule" descr="/tmp/claude-0/-home-claude/fe77757a-b201-597d-8fa7-ebfe0e19c7b2/scratchpad/india/gen/p10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4983480"/>
            <a:ext cx="9966960" cy="731520"/>
          </a:xfrm>
          <a:prstGeom prst="rect">
            <a:avLst/>
          </a:prstGeom>
        </p:spPr>
      </p:pic>
      <p:pic>
        <p:nvPicPr>
          <p:cNvPr id="11" name="start" descr="/tmp/claude-0/-home-claude/fe77757a-b201-597d-8fa7-ebfe0e19c7b2/scratchpad/india/gen/b107.png">
            <a:hlinkClick r:id="rId10" tooltip="ابدأ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5608" y="5715000"/>
            <a:ext cx="3840480" cy="938784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4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presetID="53" presetClass="entr" presetSubtype="16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9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0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53" presetClass="entr" presetSubtype="16" fill="hold" grpId="0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6" dur="500" fill="hold"/>
                                  <p:tgtEl>
                                    <p:spTgt spid="7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7" dur="500" fill="hold"/>
                                  <p:tgtEl>
                                    <p:spTgt spid="7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53" presetClass="entr" presetSubtype="16" fill="hold" grpId="0" nodeType="withEffect">
                            <p:stCondLst>
                              <p:cond delay="19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1" dur="500" fill="hold"/>
                                  <p:tgtEl>
                                    <p:spTgt spid="8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2" dur="500" fill="hold"/>
                                  <p:tgtEl>
                                    <p:spTgt spid="8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2" presetClass="entr" presetSubtype="4" fill="hold" grpId="0" nodeType="withEffect" decel="100000">
                            <p:stCondLst>
                              <p:cond delay="250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9" dur="600" fill="hold"/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40" dur="60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6" presetID="53" presetClass="entr" presetSubtype="16" fill="hold" grpId="0" nodeType="withEffect">
                            <p:stCondLst>
                              <p:cond delay="300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3" dur="500" fill="hold"/>
                                  <p:tgtEl>
                                    <p:spTgt spid="11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44" dur="500" fill="hold"/>
                                  <p:tgtEl>
                                    <p:spTgt spid="11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5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6" presetClass="emph" presetSubtype="0" repeatCount="indefinite" autoRev="1" fill="hold" grpId="1" nodeType="withEffect">
                            <p:stCondLst>
                              <p:cond delay="3400"/>
                            </p:stCondLst>
                            <p:childTnLst>
                              <p:animScale>
                                <p:cBhvr>
                                  <p:cTn id="48" dur="650" fill="hold"/>
                                  <p:tgtEl>
                                    <p:spTgt spid="11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4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dge" descr="/tmp/claude-0/-home-claude/fe77757a-b201-597d-8fa7-ebfe0e19c7b2/scratchpad/india/gen/b1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8" y="228600"/>
            <a:ext cx="2743200" cy="666206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255" y="960120"/>
            <a:ext cx="6211186" cy="1143000"/>
          </a:xfrm>
          <a:prstGeom prst="rect">
            <a:avLst/>
          </a:prstGeom>
        </p:spPr>
      </p:pic>
      <p:pic>
        <p:nvPicPr>
          <p:cNvPr id="4" name="opt0" descr="/tmp/claude-0/-home-claude/fe77757a-b201-597d-8fa7-ebfe0e19c7b2/scratchpad/india/gen/c110.png">
            <a:hlinkClick r:id="rId5" tooltip="اختر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331720"/>
            <a:ext cx="3154680" cy="3425081"/>
          </a:xfrm>
          <a:prstGeom prst="rect">
            <a:avLst/>
          </a:prstGeom>
        </p:spPr>
      </p:pic>
      <p:pic>
        <p:nvPicPr>
          <p:cNvPr id="5" name="opt1" descr="/tmp/claude-0/-home-claude/fe77757a-b201-597d-8fa7-ebfe0e19c7b2/scratchpad/india/gen/c111.png">
            <a:hlinkClick r:id="rId7" tooltip="اختر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331720"/>
            <a:ext cx="3154680" cy="3425081"/>
          </a:xfrm>
          <a:prstGeom prst="rect">
            <a:avLst/>
          </a:prstGeom>
        </p:spPr>
      </p:pic>
      <p:pic>
        <p:nvPicPr>
          <p:cNvPr id="6" name="opt2" descr="/tmp/claude-0/-home-claude/fe77757a-b201-597d-8fa7-ebfe0e19c7b2/scratchpad/india/gen/c112.png">
            <a:hlinkClick r:id="rId9" tooltip="اختر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331720"/>
            <a:ext cx="3154680" cy="3425081"/>
          </a:xfrm>
          <a:prstGeom prst="rect">
            <a:avLst/>
          </a:prstGeom>
        </p:spPr>
      </p:pic>
    </p:spTree>
  </p:cSld>
  <p:clrMapOvr>
    <a:masterClrMapping/>
  </p:clrMapOvr>
  <p:transition spd="med" advClick="0">
    <p:circl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f" descr="/tmp/claude-0/-home-claude/fe77757a-b201-597d-8fa7-ebfe0e19c7b2/scratchpad/india/art/confetti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772" y="548640"/>
            <a:ext cx="7554152" cy="1234440"/>
          </a:xfrm>
          <a:prstGeom prst="rect">
            <a:avLst/>
          </a:prstGeom>
        </p:spPr>
      </p:pic>
      <p:pic>
        <p:nvPicPr>
          <p:cNvPr id="4" name="pop1" descr="/tmp/claude-0/-home-claude/fe77757a-b201-597d-8fa7-ebfe0e19c7b2/scratchpad/india/img/party_popp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103120"/>
            <a:ext cx="1737360" cy="1737360"/>
          </a:xfrm>
          <a:prstGeom prst="rect">
            <a:avLst/>
          </a:prstGeom>
        </p:spPr>
      </p:pic>
      <p:pic>
        <p:nvPicPr>
          <p:cNvPr id="5" name="pop2" descr="/tmp/claude-0/-home-claude/fe77757a-b201-597d-8fa7-ebfe0e19c7b2/scratchpad/india/img/smiling_face_with_heart-ey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103120"/>
            <a:ext cx="1737360" cy="1737360"/>
          </a:xfrm>
          <a:prstGeom prst="rect">
            <a:avLst/>
          </a:prstGeom>
        </p:spPr>
      </p:pic>
      <p:pic>
        <p:nvPicPr>
          <p:cNvPr id="6" name="gain" descr="/tmp/claude-0/-home-claude/fe77757a-b201-597d-8fa7-ebfe0e19c7b2/scratchpad/india/gen/p1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331720"/>
            <a:ext cx="5029200" cy="1005840"/>
          </a:xfrm>
          <a:prstGeom prst="rect">
            <a:avLst/>
          </a:prstGeom>
        </p:spPr>
      </p:pic>
      <p:pic>
        <p:nvPicPr>
          <p:cNvPr id="7" name="st0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3703320"/>
            <a:ext cx="914400" cy="914400"/>
          </a:xfrm>
          <a:prstGeom prst="rect">
            <a:avLst/>
          </a:prstGeom>
        </p:spPr>
      </p:pic>
      <p:pic>
        <p:nvPicPr>
          <p:cNvPr id="8" name="st1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8">
            <a:alphaModFix amt="35000"/>
          </a:blip>
          <a:stretch>
            <a:fillRect/>
          </a:stretch>
        </p:blipFill>
        <p:spPr>
          <a:xfrm>
            <a:off x="7726680" y="3703320"/>
            <a:ext cx="914400" cy="914400"/>
          </a:xfrm>
          <a:prstGeom prst="rect">
            <a:avLst/>
          </a:prstGeom>
        </p:spPr>
      </p:pic>
      <p:pic>
        <p:nvPicPr>
          <p:cNvPr id="9" name="st2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9">
            <a:alphaModFix amt="35000"/>
          </a:blip>
          <a:stretch>
            <a:fillRect/>
          </a:stretch>
        </p:blipFill>
        <p:spPr>
          <a:xfrm>
            <a:off x="6583680" y="3703320"/>
            <a:ext cx="914400" cy="914400"/>
          </a:xfrm>
          <a:prstGeom prst="rect">
            <a:avLst/>
          </a:prstGeom>
        </p:spPr>
      </p:pic>
      <p:pic>
        <p:nvPicPr>
          <p:cNvPr id="10" name="st3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0">
            <a:alphaModFix amt="35000"/>
          </a:blip>
          <a:stretch>
            <a:fillRect/>
          </a:stretch>
        </p:blipFill>
        <p:spPr>
          <a:xfrm>
            <a:off x="5440680" y="3703320"/>
            <a:ext cx="914400" cy="914400"/>
          </a:xfrm>
          <a:prstGeom prst="rect">
            <a:avLst/>
          </a:prstGeom>
        </p:spPr>
      </p:pic>
      <p:pic>
        <p:nvPicPr>
          <p:cNvPr id="11" name="st4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1">
            <a:alphaModFix amt="35000"/>
          </a:blip>
          <a:stretch>
            <a:fillRect/>
          </a:stretch>
        </p:blipFill>
        <p:spPr>
          <a:xfrm>
            <a:off x="4297680" y="3703320"/>
            <a:ext cx="914400" cy="914400"/>
          </a:xfrm>
          <a:prstGeom prst="rect">
            <a:avLst/>
          </a:prstGeom>
        </p:spPr>
      </p:pic>
      <p:pic>
        <p:nvPicPr>
          <p:cNvPr id="12" name="st5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2">
            <a:alphaModFix amt="35000"/>
          </a:blip>
          <a:stretch>
            <a:fillRect/>
          </a:stretch>
        </p:blipFill>
        <p:spPr>
          <a:xfrm>
            <a:off x="3154680" y="3703320"/>
            <a:ext cx="914400" cy="914400"/>
          </a:xfrm>
          <a:prstGeom prst="rect">
            <a:avLst/>
          </a:prstGeom>
        </p:spPr>
      </p:pic>
      <p:pic>
        <p:nvPicPr>
          <p:cNvPr id="13" name="next" descr="/tmp/claude-0/-home-claude/fe77757a-b201-597d-8fa7-ebfe0e19c7b2/scratchpad/india/gen/b116.png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4168" y="5074920"/>
            <a:ext cx="4023360" cy="983488"/>
          </a:xfrm>
          <a:prstGeom prst="rect">
            <a:avLst/>
          </a:prstGeom>
        </p:spPr>
      </p:pic>
    </p:spTree>
  </p:cSld>
  <p:clrMapOvr>
    <a:masterClrMapping/>
  </p:clrMapOvr>
  <p:transition spd="med" advClick="0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5" dur="500" fill="hold"/>
                                  <p:tgtEl>
                                    <p:spTgt spid="7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6" dur="500" fill="hold"/>
                                  <p:tgtEl>
                                    <p:spTgt spid="7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7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6" presetClass="emph" presetSubtype="0" repeatCount="indefinite" autoRev="1" fill="hold" grpId="1" nodeType="withEffect">
                            <p:stCondLst>
                              <p:cond delay="1500"/>
                            </p:stCondLst>
                            <p:childTnLst>
                              <p:animScale>
                                <p:cBhvr>
                                  <p:cTn id="30" dur="650" fill="hold"/>
                                  <p:tgtEl>
                                    <p:spTgt spid="7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34" presetID="2" presetClass="entr" presetSubtype="4" fill="hold" grpId="0" nodeType="withEffect" decel="100000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6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6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1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827" y="822960"/>
            <a:ext cx="6112042" cy="1280160"/>
          </a:xfrm>
          <a:prstGeom prst="rect">
            <a:avLst/>
          </a:prstGeom>
        </p:spPr>
      </p:pic>
      <p:pic>
        <p:nvPicPr>
          <p:cNvPr id="3" name="think" descr="/tmp/claude-0/-home-claude/fe77757a-b201-597d-8fa7-ebfe0e19c7b2/scratchpad/india/img/thinking_f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8" y="2194560"/>
            <a:ext cx="2377440" cy="2377440"/>
          </a:xfrm>
          <a:prstGeom prst="rect">
            <a:avLst/>
          </a:prstGeom>
        </p:spPr>
      </p:pic>
      <p:pic>
        <p:nvPicPr>
          <p:cNvPr id="4" name="hint" descr="/tmp/claude-0/-home-claude/fe77757a-b201-597d-8fa7-ebfe0e19c7b2/scratchpad/india/gen/p1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617720"/>
            <a:ext cx="5943600" cy="822960"/>
          </a:xfrm>
          <a:prstGeom prst="rect">
            <a:avLst/>
          </a:prstGeom>
        </p:spPr>
      </p:pic>
      <p:pic>
        <p:nvPicPr>
          <p:cNvPr id="5" name="back" descr="/tmp/claude-0/-home-claude/fe77757a-b201-597d-8fa7-ebfe0e19c7b2/scratchpad/india/gen/b120.png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608" y="5577840"/>
            <a:ext cx="3840480" cy="938784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6" presetClass="emph" presetSubtype="0" repeatCount="indefinite" autoRev="1" fill="hold" grpId="1" nodeType="withEffect">
                            <p:stCondLst>
                              <p:cond delay="700"/>
                            </p:stCondLst>
                            <p:childTnLst>
                              <p:animScale>
                                <p:cBhvr>
                                  <p:cTn id="15" dur="650" fill="hold"/>
                                  <p:tgtEl>
                                    <p:spTgt spid="3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19" presetID="2" presetClass="entr" presetSubtype="4" fill="hold" grpId="0" nodeType="withEffect" decel="100000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8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2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dge" descr="/tmp/claude-0/-home-claude/fe77757a-b201-597d-8fa7-ebfe0e19c7b2/scratchpad/india/gen/b1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8" y="228600"/>
            <a:ext cx="2743200" cy="666206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643" y="960120"/>
            <a:ext cx="4458410" cy="1143000"/>
          </a:xfrm>
          <a:prstGeom prst="rect">
            <a:avLst/>
          </a:prstGeom>
        </p:spPr>
      </p:pic>
      <p:pic>
        <p:nvPicPr>
          <p:cNvPr id="4" name="opt0" descr="/tmp/claude-0/-home-claude/fe77757a-b201-597d-8fa7-ebfe0e19c7b2/scratchpad/india/gen/c123.png">
            <a:hlinkClick r:id="rId5" tooltip="اختر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331720"/>
            <a:ext cx="3154680" cy="3425081"/>
          </a:xfrm>
          <a:prstGeom prst="rect">
            <a:avLst/>
          </a:prstGeom>
        </p:spPr>
      </p:pic>
      <p:pic>
        <p:nvPicPr>
          <p:cNvPr id="5" name="opt1" descr="/tmp/claude-0/-home-claude/fe77757a-b201-597d-8fa7-ebfe0e19c7b2/scratchpad/india/gen/c124.png">
            <a:hlinkClick r:id="rId7" tooltip="اختر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331720"/>
            <a:ext cx="3154680" cy="3425081"/>
          </a:xfrm>
          <a:prstGeom prst="rect">
            <a:avLst/>
          </a:prstGeom>
        </p:spPr>
      </p:pic>
      <p:pic>
        <p:nvPicPr>
          <p:cNvPr id="6" name="opt2" descr="/tmp/claude-0/-home-claude/fe77757a-b201-597d-8fa7-ebfe0e19c7b2/scratchpad/india/gen/c125.png">
            <a:hlinkClick r:id="rId9" tooltip="اختر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331720"/>
            <a:ext cx="3154680" cy="3425081"/>
          </a:xfrm>
          <a:prstGeom prst="rect">
            <a:avLst/>
          </a:prstGeom>
        </p:spPr>
      </p:pic>
    </p:spTree>
  </p:cSld>
  <p:clrMapOvr>
    <a:masterClrMapping/>
  </p:clrMapOvr>
  <p:transition spd="med" advClick="0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f" descr="/tmp/claude-0/-home-claude/fe77757a-b201-597d-8fa7-ebfe0e19c7b2/scratchpad/india/art/confetti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2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772" y="548640"/>
            <a:ext cx="7554152" cy="1234440"/>
          </a:xfrm>
          <a:prstGeom prst="rect">
            <a:avLst/>
          </a:prstGeom>
        </p:spPr>
      </p:pic>
      <p:pic>
        <p:nvPicPr>
          <p:cNvPr id="4" name="pop1" descr="/tmp/claude-0/-home-claude/fe77757a-b201-597d-8fa7-ebfe0e19c7b2/scratchpad/india/img/party_popp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103120"/>
            <a:ext cx="1737360" cy="1737360"/>
          </a:xfrm>
          <a:prstGeom prst="rect">
            <a:avLst/>
          </a:prstGeom>
        </p:spPr>
      </p:pic>
      <p:pic>
        <p:nvPicPr>
          <p:cNvPr id="5" name="pop2" descr="/tmp/claude-0/-home-claude/fe77757a-b201-597d-8fa7-ebfe0e19c7b2/scratchpad/india/img/smiling_face_with_heart-ey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103120"/>
            <a:ext cx="1737360" cy="1737360"/>
          </a:xfrm>
          <a:prstGeom prst="rect">
            <a:avLst/>
          </a:prstGeom>
        </p:spPr>
      </p:pic>
      <p:pic>
        <p:nvPicPr>
          <p:cNvPr id="6" name="gain" descr="/tmp/claude-0/-home-claude/fe77757a-b201-597d-8fa7-ebfe0e19c7b2/scratchpad/india/gen/p12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331720"/>
            <a:ext cx="5029200" cy="1005840"/>
          </a:xfrm>
          <a:prstGeom prst="rect">
            <a:avLst/>
          </a:prstGeom>
        </p:spPr>
      </p:pic>
      <p:pic>
        <p:nvPicPr>
          <p:cNvPr id="7" name="st0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3703320"/>
            <a:ext cx="914400" cy="914400"/>
          </a:xfrm>
          <a:prstGeom prst="rect">
            <a:avLst/>
          </a:prstGeom>
        </p:spPr>
      </p:pic>
      <p:pic>
        <p:nvPicPr>
          <p:cNvPr id="8" name="st1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3703320"/>
            <a:ext cx="914400" cy="914400"/>
          </a:xfrm>
          <a:prstGeom prst="rect">
            <a:avLst/>
          </a:prstGeom>
        </p:spPr>
      </p:pic>
      <p:pic>
        <p:nvPicPr>
          <p:cNvPr id="9" name="st2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9">
            <a:alphaModFix amt="35000"/>
          </a:blip>
          <a:stretch>
            <a:fillRect/>
          </a:stretch>
        </p:blipFill>
        <p:spPr>
          <a:xfrm>
            <a:off x="6583680" y="3703320"/>
            <a:ext cx="914400" cy="914400"/>
          </a:xfrm>
          <a:prstGeom prst="rect">
            <a:avLst/>
          </a:prstGeom>
        </p:spPr>
      </p:pic>
      <p:pic>
        <p:nvPicPr>
          <p:cNvPr id="10" name="st3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0">
            <a:alphaModFix amt="35000"/>
          </a:blip>
          <a:stretch>
            <a:fillRect/>
          </a:stretch>
        </p:blipFill>
        <p:spPr>
          <a:xfrm>
            <a:off x="5440680" y="3703320"/>
            <a:ext cx="914400" cy="914400"/>
          </a:xfrm>
          <a:prstGeom prst="rect">
            <a:avLst/>
          </a:prstGeom>
        </p:spPr>
      </p:pic>
      <p:pic>
        <p:nvPicPr>
          <p:cNvPr id="11" name="st4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1">
            <a:alphaModFix amt="35000"/>
          </a:blip>
          <a:stretch>
            <a:fillRect/>
          </a:stretch>
        </p:blipFill>
        <p:spPr>
          <a:xfrm>
            <a:off x="4297680" y="3703320"/>
            <a:ext cx="914400" cy="914400"/>
          </a:xfrm>
          <a:prstGeom prst="rect">
            <a:avLst/>
          </a:prstGeom>
        </p:spPr>
      </p:pic>
      <p:pic>
        <p:nvPicPr>
          <p:cNvPr id="12" name="st5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2">
            <a:alphaModFix amt="35000"/>
          </a:blip>
          <a:stretch>
            <a:fillRect/>
          </a:stretch>
        </p:blipFill>
        <p:spPr>
          <a:xfrm>
            <a:off x="3154680" y="3703320"/>
            <a:ext cx="914400" cy="914400"/>
          </a:xfrm>
          <a:prstGeom prst="rect">
            <a:avLst/>
          </a:prstGeom>
        </p:spPr>
      </p:pic>
      <p:pic>
        <p:nvPicPr>
          <p:cNvPr id="13" name="next" descr="/tmp/claude-0/-home-claude/fe77757a-b201-597d-8fa7-ebfe0e19c7b2/scratchpad/india/gen/b129.png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4168" y="5074920"/>
            <a:ext cx="4023360" cy="983488"/>
          </a:xfrm>
          <a:prstGeom prst="rect">
            <a:avLst/>
          </a:prstGeom>
        </p:spPr>
      </p:pic>
    </p:spTree>
  </p:cSld>
  <p:clrMapOvr>
    <a:masterClrMapping/>
  </p:clrMapOvr>
  <p:transition spd="med" advClick="0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5" dur="500" fill="hold"/>
                                  <p:tgtEl>
                                    <p:spTgt spid="8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6" dur="500" fill="hold"/>
                                  <p:tgtEl>
                                    <p:spTgt spid="8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7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6" presetClass="emph" presetSubtype="0" repeatCount="indefinite" autoRev="1" fill="hold" grpId="1" nodeType="withEffect">
                            <p:stCondLst>
                              <p:cond delay="1500"/>
                            </p:stCondLst>
                            <p:childTnLst>
                              <p:animScale>
                                <p:cBhvr>
                                  <p:cTn id="30" dur="650" fill="hold"/>
                                  <p:tgtEl>
                                    <p:spTgt spid="8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34" presetID="2" presetClass="entr" presetSubtype="4" fill="hold" grpId="0" nodeType="withEffect" decel="100000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6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6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1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827" y="822960"/>
            <a:ext cx="6112042" cy="1280160"/>
          </a:xfrm>
          <a:prstGeom prst="rect">
            <a:avLst/>
          </a:prstGeom>
        </p:spPr>
      </p:pic>
      <p:pic>
        <p:nvPicPr>
          <p:cNvPr id="3" name="think" descr="/tmp/claude-0/-home-claude/fe77757a-b201-597d-8fa7-ebfe0e19c7b2/scratchpad/india/img/thinking_f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8" y="2194560"/>
            <a:ext cx="2377440" cy="2377440"/>
          </a:xfrm>
          <a:prstGeom prst="rect">
            <a:avLst/>
          </a:prstGeom>
        </p:spPr>
      </p:pic>
      <p:pic>
        <p:nvPicPr>
          <p:cNvPr id="4" name="hint" descr="/tmp/claude-0/-home-claude/fe77757a-b201-597d-8fa7-ebfe0e19c7b2/scratchpad/india/gen/p1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617720"/>
            <a:ext cx="5943600" cy="822960"/>
          </a:xfrm>
          <a:prstGeom prst="rect">
            <a:avLst/>
          </a:prstGeom>
        </p:spPr>
      </p:pic>
      <p:pic>
        <p:nvPicPr>
          <p:cNvPr id="5" name="back" descr="/tmp/claude-0/-home-claude/fe77757a-b201-597d-8fa7-ebfe0e19c7b2/scratchpad/india/gen/b133.png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608" y="5577840"/>
            <a:ext cx="3840480" cy="938784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6" presetClass="emph" presetSubtype="0" repeatCount="indefinite" autoRev="1" fill="hold" grpId="1" nodeType="withEffect">
                            <p:stCondLst>
                              <p:cond delay="700"/>
                            </p:stCondLst>
                            <p:childTnLst>
                              <p:animScale>
                                <p:cBhvr>
                                  <p:cTn id="15" dur="650" fill="hold"/>
                                  <p:tgtEl>
                                    <p:spTgt spid="3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19" presetID="2" presetClass="entr" presetSubtype="4" fill="hold" grpId="0" nodeType="withEffect" decel="100000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8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2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dge" descr="/tmp/claude-0/-home-claude/fe77757a-b201-597d-8fa7-ebfe0e19c7b2/scratchpad/india/gen/b13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8" y="228600"/>
            <a:ext cx="2743200" cy="666206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3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819" y="960120"/>
            <a:ext cx="4506058" cy="1143000"/>
          </a:xfrm>
          <a:prstGeom prst="rect">
            <a:avLst/>
          </a:prstGeom>
        </p:spPr>
      </p:pic>
      <p:pic>
        <p:nvPicPr>
          <p:cNvPr id="4" name="opt0" descr="/tmp/claude-0/-home-claude/fe77757a-b201-597d-8fa7-ebfe0e19c7b2/scratchpad/india/gen/c136.png">
            <a:hlinkClick r:id="rId5" tooltip="اختر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331720"/>
            <a:ext cx="3154680" cy="3425081"/>
          </a:xfrm>
          <a:prstGeom prst="rect">
            <a:avLst/>
          </a:prstGeom>
        </p:spPr>
      </p:pic>
      <p:pic>
        <p:nvPicPr>
          <p:cNvPr id="5" name="opt1" descr="/tmp/claude-0/-home-claude/fe77757a-b201-597d-8fa7-ebfe0e19c7b2/scratchpad/india/gen/c137.png">
            <a:hlinkClick r:id="rId7" tooltip="اختر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331720"/>
            <a:ext cx="3154680" cy="3425081"/>
          </a:xfrm>
          <a:prstGeom prst="rect">
            <a:avLst/>
          </a:prstGeom>
        </p:spPr>
      </p:pic>
      <p:pic>
        <p:nvPicPr>
          <p:cNvPr id="6" name="opt2" descr="/tmp/claude-0/-home-claude/fe77757a-b201-597d-8fa7-ebfe0e19c7b2/scratchpad/india/gen/c138.png">
            <a:hlinkClick r:id="rId9" tooltip="اختر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331720"/>
            <a:ext cx="3154680" cy="3425081"/>
          </a:xfrm>
          <a:prstGeom prst="rect">
            <a:avLst/>
          </a:prstGeom>
        </p:spPr>
      </p:pic>
    </p:spTree>
  </p:cSld>
  <p:clrMapOvr>
    <a:masterClrMapping/>
  </p:clrMapOvr>
  <p:transition spd="med" advClick="0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f" descr="/tmp/claude-0/-home-claude/fe77757a-b201-597d-8fa7-ebfe0e19c7b2/scratchpad/india/art/confetti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772" y="548640"/>
            <a:ext cx="7554152" cy="1234440"/>
          </a:xfrm>
          <a:prstGeom prst="rect">
            <a:avLst/>
          </a:prstGeom>
        </p:spPr>
      </p:pic>
      <p:pic>
        <p:nvPicPr>
          <p:cNvPr id="4" name="pop1" descr="/tmp/claude-0/-home-claude/fe77757a-b201-597d-8fa7-ebfe0e19c7b2/scratchpad/india/img/party_popp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103120"/>
            <a:ext cx="1737360" cy="1737360"/>
          </a:xfrm>
          <a:prstGeom prst="rect">
            <a:avLst/>
          </a:prstGeom>
        </p:spPr>
      </p:pic>
      <p:pic>
        <p:nvPicPr>
          <p:cNvPr id="5" name="pop2" descr="/tmp/claude-0/-home-claude/fe77757a-b201-597d-8fa7-ebfe0e19c7b2/scratchpad/india/img/smiling_face_with_heart-ey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103120"/>
            <a:ext cx="1737360" cy="1737360"/>
          </a:xfrm>
          <a:prstGeom prst="rect">
            <a:avLst/>
          </a:prstGeom>
        </p:spPr>
      </p:pic>
      <p:pic>
        <p:nvPicPr>
          <p:cNvPr id="6" name="gain" descr="/tmp/claude-0/-home-claude/fe77757a-b201-597d-8fa7-ebfe0e19c7b2/scratchpad/india/gen/p14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331720"/>
            <a:ext cx="5029200" cy="1005840"/>
          </a:xfrm>
          <a:prstGeom prst="rect">
            <a:avLst/>
          </a:prstGeom>
        </p:spPr>
      </p:pic>
      <p:pic>
        <p:nvPicPr>
          <p:cNvPr id="7" name="st0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3703320"/>
            <a:ext cx="914400" cy="914400"/>
          </a:xfrm>
          <a:prstGeom prst="rect">
            <a:avLst/>
          </a:prstGeom>
        </p:spPr>
      </p:pic>
      <p:pic>
        <p:nvPicPr>
          <p:cNvPr id="8" name="st1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3703320"/>
            <a:ext cx="914400" cy="914400"/>
          </a:xfrm>
          <a:prstGeom prst="rect">
            <a:avLst/>
          </a:prstGeom>
        </p:spPr>
      </p:pic>
      <p:pic>
        <p:nvPicPr>
          <p:cNvPr id="9" name="st2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703320"/>
            <a:ext cx="914400" cy="914400"/>
          </a:xfrm>
          <a:prstGeom prst="rect">
            <a:avLst/>
          </a:prstGeom>
        </p:spPr>
      </p:pic>
      <p:pic>
        <p:nvPicPr>
          <p:cNvPr id="10" name="st3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0">
            <a:alphaModFix amt="35000"/>
          </a:blip>
          <a:stretch>
            <a:fillRect/>
          </a:stretch>
        </p:blipFill>
        <p:spPr>
          <a:xfrm>
            <a:off x="5440680" y="3703320"/>
            <a:ext cx="914400" cy="914400"/>
          </a:xfrm>
          <a:prstGeom prst="rect">
            <a:avLst/>
          </a:prstGeom>
        </p:spPr>
      </p:pic>
      <p:pic>
        <p:nvPicPr>
          <p:cNvPr id="11" name="st4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1">
            <a:alphaModFix amt="35000"/>
          </a:blip>
          <a:stretch>
            <a:fillRect/>
          </a:stretch>
        </p:blipFill>
        <p:spPr>
          <a:xfrm>
            <a:off x="4297680" y="3703320"/>
            <a:ext cx="914400" cy="914400"/>
          </a:xfrm>
          <a:prstGeom prst="rect">
            <a:avLst/>
          </a:prstGeom>
        </p:spPr>
      </p:pic>
      <p:pic>
        <p:nvPicPr>
          <p:cNvPr id="12" name="st5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2">
            <a:alphaModFix amt="35000"/>
          </a:blip>
          <a:stretch>
            <a:fillRect/>
          </a:stretch>
        </p:blipFill>
        <p:spPr>
          <a:xfrm>
            <a:off x="3154680" y="3703320"/>
            <a:ext cx="914400" cy="914400"/>
          </a:xfrm>
          <a:prstGeom prst="rect">
            <a:avLst/>
          </a:prstGeom>
        </p:spPr>
      </p:pic>
      <p:pic>
        <p:nvPicPr>
          <p:cNvPr id="13" name="next" descr="/tmp/claude-0/-home-claude/fe77757a-b201-597d-8fa7-ebfe0e19c7b2/scratchpad/india/gen/b142.png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4168" y="5074920"/>
            <a:ext cx="4023360" cy="983488"/>
          </a:xfrm>
          <a:prstGeom prst="rect">
            <a:avLst/>
          </a:prstGeom>
        </p:spPr>
      </p:pic>
    </p:spTree>
  </p:cSld>
  <p:clrMapOvr>
    <a:masterClrMapping/>
  </p:clrMapOvr>
  <p:transition spd="med" advClick="0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5" dur="500" fill="hold"/>
                                  <p:tgtEl>
                                    <p:spTgt spid="9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6" dur="500" fill="hold"/>
                                  <p:tgtEl>
                                    <p:spTgt spid="9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6" presetClass="emph" presetSubtype="0" repeatCount="indefinite" autoRev="1" fill="hold" grpId="1" nodeType="withEffect">
                            <p:stCondLst>
                              <p:cond delay="1500"/>
                            </p:stCondLst>
                            <p:childTnLst>
                              <p:animScale>
                                <p:cBhvr>
                                  <p:cTn id="30" dur="650" fill="hold"/>
                                  <p:tgtEl>
                                    <p:spTgt spid="9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34" presetID="2" presetClass="entr" presetSubtype="4" fill="hold" grpId="0" nodeType="withEffect" decel="100000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6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6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1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827" y="822960"/>
            <a:ext cx="6112042" cy="1280160"/>
          </a:xfrm>
          <a:prstGeom prst="rect">
            <a:avLst/>
          </a:prstGeom>
        </p:spPr>
      </p:pic>
      <p:pic>
        <p:nvPicPr>
          <p:cNvPr id="3" name="think" descr="/tmp/claude-0/-home-claude/fe77757a-b201-597d-8fa7-ebfe0e19c7b2/scratchpad/india/img/thinking_f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8" y="2194560"/>
            <a:ext cx="2377440" cy="2377440"/>
          </a:xfrm>
          <a:prstGeom prst="rect">
            <a:avLst/>
          </a:prstGeom>
        </p:spPr>
      </p:pic>
      <p:pic>
        <p:nvPicPr>
          <p:cNvPr id="4" name="hint" descr="/tmp/claude-0/-home-claude/fe77757a-b201-597d-8fa7-ebfe0e19c7b2/scratchpad/india/gen/p14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617720"/>
            <a:ext cx="5943600" cy="822960"/>
          </a:xfrm>
          <a:prstGeom prst="rect">
            <a:avLst/>
          </a:prstGeom>
        </p:spPr>
      </p:pic>
      <p:pic>
        <p:nvPicPr>
          <p:cNvPr id="5" name="back" descr="/tmp/claude-0/-home-claude/fe77757a-b201-597d-8fa7-ebfe0e19c7b2/scratchpad/india/gen/b146.png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608" y="5577840"/>
            <a:ext cx="3840480" cy="938784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6" presetClass="emph" presetSubtype="0" repeatCount="indefinite" autoRev="1" fill="hold" grpId="1" nodeType="withEffect">
                            <p:stCondLst>
                              <p:cond delay="700"/>
                            </p:stCondLst>
                            <p:childTnLst>
                              <p:animScale>
                                <p:cBhvr>
                                  <p:cTn id="15" dur="650" fill="hold"/>
                                  <p:tgtEl>
                                    <p:spTgt spid="3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19" presetID="2" presetClass="entr" presetSubtype="4" fill="hold" grpId="0" nodeType="withEffect" decel="100000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8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2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dge" descr="/tmp/claude-0/-home-claude/fe77757a-b201-597d-8fa7-ebfe0e19c7b2/scratchpad/india/gen/b14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8" y="228600"/>
            <a:ext cx="2743200" cy="666206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4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228" y="960120"/>
            <a:ext cx="7363239" cy="1143000"/>
          </a:xfrm>
          <a:prstGeom prst="rect">
            <a:avLst/>
          </a:prstGeom>
        </p:spPr>
      </p:pic>
      <p:pic>
        <p:nvPicPr>
          <p:cNvPr id="4" name="opt0" descr="/tmp/claude-0/-home-claude/fe77757a-b201-597d-8fa7-ebfe0e19c7b2/scratchpad/india/gen/c149.png">
            <a:hlinkClick r:id="rId5" tooltip="اختر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331720"/>
            <a:ext cx="3154680" cy="3425081"/>
          </a:xfrm>
          <a:prstGeom prst="rect">
            <a:avLst/>
          </a:prstGeom>
        </p:spPr>
      </p:pic>
      <p:pic>
        <p:nvPicPr>
          <p:cNvPr id="5" name="opt1" descr="/tmp/claude-0/-home-claude/fe77757a-b201-597d-8fa7-ebfe0e19c7b2/scratchpad/india/gen/c150.png">
            <a:hlinkClick r:id="rId7" tooltip="اختر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331720"/>
            <a:ext cx="3154680" cy="3425081"/>
          </a:xfrm>
          <a:prstGeom prst="rect">
            <a:avLst/>
          </a:prstGeom>
        </p:spPr>
      </p:pic>
      <p:pic>
        <p:nvPicPr>
          <p:cNvPr id="6" name="opt2" descr="/tmp/claude-0/-home-claude/fe77757a-b201-597d-8fa7-ebfe0e19c7b2/scratchpad/india/gen/c151.png">
            <a:hlinkClick r:id="rId9" tooltip="اختر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331720"/>
            <a:ext cx="3154680" cy="3425081"/>
          </a:xfrm>
          <a:prstGeom prst="rect">
            <a:avLst/>
          </a:prstGeom>
        </p:spPr>
      </p:pic>
    </p:spTree>
  </p:cSld>
  <p:clrMapOvr>
    <a:masterClrMapping/>
  </p:clrMapOvr>
  <p:transition spd="med" advClick="0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f" descr="/tmp/claude-0/-home-claude/fe77757a-b201-597d-8fa7-ebfe0e19c7b2/scratchpad/india/art/confetti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5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772" y="548640"/>
            <a:ext cx="7554152" cy="1234440"/>
          </a:xfrm>
          <a:prstGeom prst="rect">
            <a:avLst/>
          </a:prstGeom>
        </p:spPr>
      </p:pic>
      <p:pic>
        <p:nvPicPr>
          <p:cNvPr id="4" name="pop1" descr="/tmp/claude-0/-home-claude/fe77757a-b201-597d-8fa7-ebfe0e19c7b2/scratchpad/india/img/party_popp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103120"/>
            <a:ext cx="1737360" cy="1737360"/>
          </a:xfrm>
          <a:prstGeom prst="rect">
            <a:avLst/>
          </a:prstGeom>
        </p:spPr>
      </p:pic>
      <p:pic>
        <p:nvPicPr>
          <p:cNvPr id="5" name="pop2" descr="/tmp/claude-0/-home-claude/fe77757a-b201-597d-8fa7-ebfe0e19c7b2/scratchpad/india/img/smiling_face_with_heart-ey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103120"/>
            <a:ext cx="1737360" cy="1737360"/>
          </a:xfrm>
          <a:prstGeom prst="rect">
            <a:avLst/>
          </a:prstGeom>
        </p:spPr>
      </p:pic>
      <p:pic>
        <p:nvPicPr>
          <p:cNvPr id="6" name="gain" descr="/tmp/claude-0/-home-claude/fe77757a-b201-597d-8fa7-ebfe0e19c7b2/scratchpad/india/gen/p15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331720"/>
            <a:ext cx="5029200" cy="1005840"/>
          </a:xfrm>
          <a:prstGeom prst="rect">
            <a:avLst/>
          </a:prstGeom>
        </p:spPr>
      </p:pic>
      <p:pic>
        <p:nvPicPr>
          <p:cNvPr id="7" name="st0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3703320"/>
            <a:ext cx="914400" cy="914400"/>
          </a:xfrm>
          <a:prstGeom prst="rect">
            <a:avLst/>
          </a:prstGeom>
        </p:spPr>
      </p:pic>
      <p:pic>
        <p:nvPicPr>
          <p:cNvPr id="8" name="st1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3703320"/>
            <a:ext cx="914400" cy="914400"/>
          </a:xfrm>
          <a:prstGeom prst="rect">
            <a:avLst/>
          </a:prstGeom>
        </p:spPr>
      </p:pic>
      <p:pic>
        <p:nvPicPr>
          <p:cNvPr id="9" name="st2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703320"/>
            <a:ext cx="914400" cy="914400"/>
          </a:xfrm>
          <a:prstGeom prst="rect">
            <a:avLst/>
          </a:prstGeom>
        </p:spPr>
      </p:pic>
      <p:pic>
        <p:nvPicPr>
          <p:cNvPr id="10" name="st3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0680" y="3703320"/>
            <a:ext cx="914400" cy="914400"/>
          </a:xfrm>
          <a:prstGeom prst="rect">
            <a:avLst/>
          </a:prstGeom>
        </p:spPr>
      </p:pic>
      <p:pic>
        <p:nvPicPr>
          <p:cNvPr id="11" name="st4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1">
            <a:alphaModFix amt="35000"/>
          </a:blip>
          <a:stretch>
            <a:fillRect/>
          </a:stretch>
        </p:blipFill>
        <p:spPr>
          <a:xfrm>
            <a:off x="4297680" y="3703320"/>
            <a:ext cx="914400" cy="914400"/>
          </a:xfrm>
          <a:prstGeom prst="rect">
            <a:avLst/>
          </a:prstGeom>
        </p:spPr>
      </p:pic>
      <p:pic>
        <p:nvPicPr>
          <p:cNvPr id="12" name="st5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2">
            <a:alphaModFix amt="35000"/>
          </a:blip>
          <a:stretch>
            <a:fillRect/>
          </a:stretch>
        </p:blipFill>
        <p:spPr>
          <a:xfrm>
            <a:off x="3154680" y="3703320"/>
            <a:ext cx="914400" cy="914400"/>
          </a:xfrm>
          <a:prstGeom prst="rect">
            <a:avLst/>
          </a:prstGeom>
        </p:spPr>
      </p:pic>
      <p:pic>
        <p:nvPicPr>
          <p:cNvPr id="13" name="next" descr="/tmp/claude-0/-home-claude/fe77757a-b201-597d-8fa7-ebfe0e19c7b2/scratchpad/india/gen/b155.png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4168" y="5074920"/>
            <a:ext cx="4023360" cy="983488"/>
          </a:xfrm>
          <a:prstGeom prst="rect">
            <a:avLst/>
          </a:prstGeom>
        </p:spPr>
      </p:pic>
    </p:spTree>
  </p:cSld>
  <p:clrMapOvr>
    <a:masterClrMapping/>
  </p:clrMapOvr>
  <p:transition spd="med" advClick="0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5" dur="500" fill="hold"/>
                                  <p:tgtEl>
                                    <p:spTgt spid="10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6" dur="500" fill="hold"/>
                                  <p:tgtEl>
                                    <p:spTgt spid="10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7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6" presetClass="emph" presetSubtype="0" repeatCount="indefinite" autoRev="1" fill="hold" grpId="1" nodeType="withEffect">
                            <p:stCondLst>
                              <p:cond delay="1500"/>
                            </p:stCondLst>
                            <p:childTnLst>
                              <p:animScale>
                                <p:cBhvr>
                                  <p:cTn id="30" dur="650" fill="hold"/>
                                  <p:tgtEl>
                                    <p:spTgt spid="10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34" presetID="2" presetClass="entr" presetSubtype="4" fill="hold" grpId="0" nodeType="withEffect" decel="100000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6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6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1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827" y="822960"/>
            <a:ext cx="6112042" cy="1280160"/>
          </a:xfrm>
          <a:prstGeom prst="rect">
            <a:avLst/>
          </a:prstGeom>
        </p:spPr>
      </p:pic>
      <p:pic>
        <p:nvPicPr>
          <p:cNvPr id="3" name="think" descr="/tmp/claude-0/-home-claude/fe77757a-b201-597d-8fa7-ebfe0e19c7b2/scratchpad/india/img/thinking_f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8" y="2194560"/>
            <a:ext cx="2377440" cy="2377440"/>
          </a:xfrm>
          <a:prstGeom prst="rect">
            <a:avLst/>
          </a:prstGeom>
        </p:spPr>
      </p:pic>
      <p:pic>
        <p:nvPicPr>
          <p:cNvPr id="4" name="hint" descr="/tmp/claude-0/-home-claude/fe77757a-b201-597d-8fa7-ebfe0e19c7b2/scratchpad/india/gen/p15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617720"/>
            <a:ext cx="5943600" cy="822960"/>
          </a:xfrm>
          <a:prstGeom prst="rect">
            <a:avLst/>
          </a:prstGeom>
        </p:spPr>
      </p:pic>
      <p:pic>
        <p:nvPicPr>
          <p:cNvPr id="5" name="back" descr="/tmp/claude-0/-home-claude/fe77757a-b201-597d-8fa7-ebfe0e19c7b2/scratchpad/india/gen/b159.png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608" y="5577840"/>
            <a:ext cx="3840480" cy="938784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6" presetClass="emph" presetSubtype="0" repeatCount="indefinite" autoRev="1" fill="hold" grpId="1" nodeType="withEffect">
                            <p:stCondLst>
                              <p:cond delay="700"/>
                            </p:stCondLst>
                            <p:childTnLst>
                              <p:animScale>
                                <p:cBhvr>
                                  <p:cTn id="15" dur="650" fill="hold"/>
                                  <p:tgtEl>
                                    <p:spTgt spid="3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19" presetID="2" presetClass="entr" presetSubtype="4" fill="hold" grpId="0" nodeType="withEffect" decel="100000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8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2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dge" descr="/tmp/claude-0/-home-claude/fe77757a-b201-597d-8fa7-ebfe0e19c7b2/scratchpad/india/gen/b1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8" y="228600"/>
            <a:ext cx="2743200" cy="666206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473" y="960120"/>
            <a:ext cx="6142748" cy="1143000"/>
          </a:xfrm>
          <a:prstGeom prst="rect">
            <a:avLst/>
          </a:prstGeom>
        </p:spPr>
      </p:pic>
      <p:pic>
        <p:nvPicPr>
          <p:cNvPr id="4" name="opt0" descr="/tmp/claude-0/-home-claude/fe77757a-b201-597d-8fa7-ebfe0e19c7b2/scratchpad/india/gen/c162.png">
            <a:hlinkClick r:id="rId5" tooltip="اختر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331720"/>
            <a:ext cx="3154680" cy="3425081"/>
          </a:xfrm>
          <a:prstGeom prst="rect">
            <a:avLst/>
          </a:prstGeom>
        </p:spPr>
      </p:pic>
      <p:pic>
        <p:nvPicPr>
          <p:cNvPr id="5" name="opt1" descr="/tmp/claude-0/-home-claude/fe77757a-b201-597d-8fa7-ebfe0e19c7b2/scratchpad/india/gen/c163.png">
            <a:hlinkClick r:id="rId7" tooltip="اختر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331720"/>
            <a:ext cx="3154680" cy="3425081"/>
          </a:xfrm>
          <a:prstGeom prst="rect">
            <a:avLst/>
          </a:prstGeom>
        </p:spPr>
      </p:pic>
      <p:pic>
        <p:nvPicPr>
          <p:cNvPr id="6" name="opt2" descr="/tmp/claude-0/-home-claude/fe77757a-b201-597d-8fa7-ebfe0e19c7b2/scratchpad/india/gen/c164.png">
            <a:hlinkClick r:id="rId9" tooltip="اختر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331720"/>
            <a:ext cx="3154680" cy="3425081"/>
          </a:xfrm>
          <a:prstGeom prst="rect">
            <a:avLst/>
          </a:prstGeom>
        </p:spPr>
      </p:pic>
    </p:spTree>
  </p:cSld>
  <p:clrMapOvr>
    <a:masterClrMapping/>
  </p:clrMapOvr>
  <p:transition spd="med" advClick="0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f" descr="/tmp/claude-0/-home-claude/fe77757a-b201-597d-8fa7-ebfe0e19c7b2/scratchpad/india/art/confetti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6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772" y="548640"/>
            <a:ext cx="7554152" cy="1234440"/>
          </a:xfrm>
          <a:prstGeom prst="rect">
            <a:avLst/>
          </a:prstGeom>
        </p:spPr>
      </p:pic>
      <p:pic>
        <p:nvPicPr>
          <p:cNvPr id="4" name="pop1" descr="/tmp/claude-0/-home-claude/fe77757a-b201-597d-8fa7-ebfe0e19c7b2/scratchpad/india/img/party_popp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103120"/>
            <a:ext cx="1737360" cy="1737360"/>
          </a:xfrm>
          <a:prstGeom prst="rect">
            <a:avLst/>
          </a:prstGeom>
        </p:spPr>
      </p:pic>
      <p:pic>
        <p:nvPicPr>
          <p:cNvPr id="5" name="pop2" descr="/tmp/claude-0/-home-claude/fe77757a-b201-597d-8fa7-ebfe0e19c7b2/scratchpad/india/img/smiling_face_with_heart-ey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103120"/>
            <a:ext cx="1737360" cy="1737360"/>
          </a:xfrm>
          <a:prstGeom prst="rect">
            <a:avLst/>
          </a:prstGeom>
        </p:spPr>
      </p:pic>
      <p:pic>
        <p:nvPicPr>
          <p:cNvPr id="6" name="gain" descr="/tmp/claude-0/-home-claude/fe77757a-b201-597d-8fa7-ebfe0e19c7b2/scratchpad/india/gen/p16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331720"/>
            <a:ext cx="5029200" cy="1005840"/>
          </a:xfrm>
          <a:prstGeom prst="rect">
            <a:avLst/>
          </a:prstGeom>
        </p:spPr>
      </p:pic>
      <p:pic>
        <p:nvPicPr>
          <p:cNvPr id="7" name="st0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3703320"/>
            <a:ext cx="914400" cy="914400"/>
          </a:xfrm>
          <a:prstGeom prst="rect">
            <a:avLst/>
          </a:prstGeom>
        </p:spPr>
      </p:pic>
      <p:pic>
        <p:nvPicPr>
          <p:cNvPr id="8" name="st1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3703320"/>
            <a:ext cx="914400" cy="914400"/>
          </a:xfrm>
          <a:prstGeom prst="rect">
            <a:avLst/>
          </a:prstGeom>
        </p:spPr>
      </p:pic>
      <p:pic>
        <p:nvPicPr>
          <p:cNvPr id="9" name="st2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703320"/>
            <a:ext cx="914400" cy="914400"/>
          </a:xfrm>
          <a:prstGeom prst="rect">
            <a:avLst/>
          </a:prstGeom>
        </p:spPr>
      </p:pic>
      <p:pic>
        <p:nvPicPr>
          <p:cNvPr id="10" name="st3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0680" y="3703320"/>
            <a:ext cx="914400" cy="914400"/>
          </a:xfrm>
          <a:prstGeom prst="rect">
            <a:avLst/>
          </a:prstGeom>
        </p:spPr>
      </p:pic>
      <p:pic>
        <p:nvPicPr>
          <p:cNvPr id="11" name="st4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7680" y="3703320"/>
            <a:ext cx="914400" cy="914400"/>
          </a:xfrm>
          <a:prstGeom prst="rect">
            <a:avLst/>
          </a:prstGeom>
        </p:spPr>
      </p:pic>
      <p:pic>
        <p:nvPicPr>
          <p:cNvPr id="12" name="st5" descr="/tmp/claude-0/-home-claude/fe77757a-b201-597d-8fa7-ebfe0e19c7b2/scratchpad/india/img/star.png">    </p:cNvPr>
          <p:cNvPicPr>
            <a:picLocks noChangeAspect="1"/>
          </p:cNvPicPr>
          <p:nvPr/>
        </p:nvPicPr>
        <p:blipFill>
          <a:blip r:embed="rId12">
            <a:alphaModFix amt="35000"/>
          </a:blip>
          <a:stretch>
            <a:fillRect/>
          </a:stretch>
        </p:blipFill>
        <p:spPr>
          <a:xfrm>
            <a:off x="3154680" y="3703320"/>
            <a:ext cx="914400" cy="914400"/>
          </a:xfrm>
          <a:prstGeom prst="rect">
            <a:avLst/>
          </a:prstGeom>
        </p:spPr>
      </p:pic>
      <p:pic>
        <p:nvPicPr>
          <p:cNvPr id="13" name="next" descr="/tmp/claude-0/-home-claude/fe77757a-b201-597d-8fa7-ebfe0e19c7b2/scratchpad/india/gen/b168.png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4168" y="5074920"/>
            <a:ext cx="4023360" cy="983488"/>
          </a:xfrm>
          <a:prstGeom prst="rect">
            <a:avLst/>
          </a:prstGeom>
        </p:spPr>
      </p:pic>
    </p:spTree>
  </p:cSld>
  <p:clrMapOvr>
    <a:masterClrMapping/>
  </p:clrMapOvr>
  <p:transition spd="med" advClick="0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5" dur="500" fill="hold"/>
                                  <p:tgtEl>
                                    <p:spTgt spid="11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6" dur="500" fill="hold"/>
                                  <p:tgtEl>
                                    <p:spTgt spid="11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7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6" presetClass="emph" presetSubtype="0" repeatCount="indefinite" autoRev="1" fill="hold" grpId="1" nodeType="withEffect">
                            <p:stCondLst>
                              <p:cond delay="1500"/>
                            </p:stCondLst>
                            <p:childTnLst>
                              <p:animScale>
                                <p:cBhvr>
                                  <p:cTn id="30" dur="650" fill="hold"/>
                                  <p:tgtEl>
                                    <p:spTgt spid="11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34" presetID="2" presetClass="entr" presetSubtype="4" fill="hold" grpId="0" nodeType="withEffect" decel="100000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6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6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16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827" y="822960"/>
            <a:ext cx="6112042" cy="1280160"/>
          </a:xfrm>
          <a:prstGeom prst="rect">
            <a:avLst/>
          </a:prstGeom>
        </p:spPr>
      </p:pic>
      <p:pic>
        <p:nvPicPr>
          <p:cNvPr id="3" name="think" descr="/tmp/claude-0/-home-claude/fe77757a-b201-597d-8fa7-ebfe0e19c7b2/scratchpad/india/img/thinking_f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8" y="2194560"/>
            <a:ext cx="2377440" cy="2377440"/>
          </a:xfrm>
          <a:prstGeom prst="rect">
            <a:avLst/>
          </a:prstGeom>
        </p:spPr>
      </p:pic>
      <p:pic>
        <p:nvPicPr>
          <p:cNvPr id="4" name="hint" descr="/tmp/claude-0/-home-claude/fe77757a-b201-597d-8fa7-ebfe0e19c7b2/scratchpad/india/gen/p17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617720"/>
            <a:ext cx="5943600" cy="822960"/>
          </a:xfrm>
          <a:prstGeom prst="rect">
            <a:avLst/>
          </a:prstGeom>
        </p:spPr>
      </p:pic>
      <p:pic>
        <p:nvPicPr>
          <p:cNvPr id="5" name="back" descr="/tmp/claude-0/-home-claude/fe77757a-b201-597d-8fa7-ebfe0e19c7b2/scratchpad/india/gen/b172.png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608" y="5577840"/>
            <a:ext cx="3840480" cy="938784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6" presetClass="emph" presetSubtype="0" repeatCount="indefinite" autoRev="1" fill="hold" grpId="1" nodeType="withEffect">
                            <p:stCondLst>
                              <p:cond delay="700"/>
                            </p:stCondLst>
                            <p:childTnLst>
                              <p:animScale>
                                <p:cBhvr>
                                  <p:cTn id="15" dur="650" fill="hold"/>
                                  <p:tgtEl>
                                    <p:spTgt spid="3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19" presetID="2" presetClass="entr" presetSubtype="4" fill="hold" grpId="0" nodeType="withEffect" decel="100000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8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2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dge" descr="/tmp/claude-0/-home-claude/fe77757a-b201-597d-8fa7-ebfe0e19c7b2/scratchpad/india/gen/b1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8" y="228600"/>
            <a:ext cx="2743200" cy="666206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7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685" y="960120"/>
            <a:ext cx="6472325" cy="1143000"/>
          </a:xfrm>
          <a:prstGeom prst="rect">
            <a:avLst/>
          </a:prstGeom>
        </p:spPr>
      </p:pic>
      <p:pic>
        <p:nvPicPr>
          <p:cNvPr id="4" name="opt0" descr="/tmp/claude-0/-home-claude/fe77757a-b201-597d-8fa7-ebfe0e19c7b2/scratchpad/india/gen/c175.png">
            <a:hlinkClick r:id="rId5" tooltip="اختر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331720"/>
            <a:ext cx="3154680" cy="3425081"/>
          </a:xfrm>
          <a:prstGeom prst="rect">
            <a:avLst/>
          </a:prstGeom>
        </p:spPr>
      </p:pic>
      <p:pic>
        <p:nvPicPr>
          <p:cNvPr id="5" name="opt1" descr="/tmp/claude-0/-home-claude/fe77757a-b201-597d-8fa7-ebfe0e19c7b2/scratchpad/india/gen/c176.png">
            <a:hlinkClick r:id="rId7" tooltip="اختر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331720"/>
            <a:ext cx="3154680" cy="3425081"/>
          </a:xfrm>
          <a:prstGeom prst="rect">
            <a:avLst/>
          </a:prstGeom>
        </p:spPr>
      </p:pic>
      <p:pic>
        <p:nvPicPr>
          <p:cNvPr id="6" name="opt2" descr="/tmp/claude-0/-home-claude/fe77757a-b201-597d-8fa7-ebfe0e19c7b2/scratchpad/india/gen/c177.png">
            <a:hlinkClick r:id="rId9" tooltip="اختر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331720"/>
            <a:ext cx="3154680" cy="3425081"/>
          </a:xfrm>
          <a:prstGeom prst="rect">
            <a:avLst/>
          </a:prstGeom>
        </p:spPr>
      </p:pic>
    </p:spTree>
  </p:cSld>
  <p:clrMapOvr>
    <a:masterClrMapping/>
  </p:clrMapOvr>
  <p:transition spd="med" advClick="0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f" descr="/tmp/claude-0/-home-claude/fe77757a-b201-597d-8fa7-ebfe0e19c7b2/scratchpad/india/art/confetti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7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772" y="548640"/>
            <a:ext cx="7554152" cy="1234440"/>
          </a:xfrm>
          <a:prstGeom prst="rect">
            <a:avLst/>
          </a:prstGeom>
        </p:spPr>
      </p:pic>
      <p:pic>
        <p:nvPicPr>
          <p:cNvPr id="4" name="pop1" descr="/tmp/claude-0/-home-claude/fe77757a-b201-597d-8fa7-ebfe0e19c7b2/scratchpad/india/img/party_popp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103120"/>
            <a:ext cx="1737360" cy="1737360"/>
          </a:xfrm>
          <a:prstGeom prst="rect">
            <a:avLst/>
          </a:prstGeom>
        </p:spPr>
      </p:pic>
      <p:pic>
        <p:nvPicPr>
          <p:cNvPr id="5" name="pop2" descr="/tmp/claude-0/-home-claude/fe77757a-b201-597d-8fa7-ebfe0e19c7b2/scratchpad/india/img/smiling_face_with_heart-ey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103120"/>
            <a:ext cx="1737360" cy="1737360"/>
          </a:xfrm>
          <a:prstGeom prst="rect">
            <a:avLst/>
          </a:prstGeom>
        </p:spPr>
      </p:pic>
      <p:pic>
        <p:nvPicPr>
          <p:cNvPr id="6" name="gain" descr="/tmp/claude-0/-home-claude/fe77757a-b201-597d-8fa7-ebfe0e19c7b2/scratchpad/india/gen/p18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331720"/>
            <a:ext cx="5029200" cy="1005840"/>
          </a:xfrm>
          <a:prstGeom prst="rect">
            <a:avLst/>
          </a:prstGeom>
        </p:spPr>
      </p:pic>
      <p:pic>
        <p:nvPicPr>
          <p:cNvPr id="7" name="st0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3703320"/>
            <a:ext cx="914400" cy="914400"/>
          </a:xfrm>
          <a:prstGeom prst="rect">
            <a:avLst/>
          </a:prstGeom>
        </p:spPr>
      </p:pic>
      <p:pic>
        <p:nvPicPr>
          <p:cNvPr id="8" name="st1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3703320"/>
            <a:ext cx="914400" cy="914400"/>
          </a:xfrm>
          <a:prstGeom prst="rect">
            <a:avLst/>
          </a:prstGeom>
        </p:spPr>
      </p:pic>
      <p:pic>
        <p:nvPicPr>
          <p:cNvPr id="9" name="st2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703320"/>
            <a:ext cx="914400" cy="914400"/>
          </a:xfrm>
          <a:prstGeom prst="rect">
            <a:avLst/>
          </a:prstGeom>
        </p:spPr>
      </p:pic>
      <p:pic>
        <p:nvPicPr>
          <p:cNvPr id="10" name="st3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0680" y="3703320"/>
            <a:ext cx="914400" cy="914400"/>
          </a:xfrm>
          <a:prstGeom prst="rect">
            <a:avLst/>
          </a:prstGeom>
        </p:spPr>
      </p:pic>
      <p:pic>
        <p:nvPicPr>
          <p:cNvPr id="11" name="st4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7680" y="3703320"/>
            <a:ext cx="914400" cy="914400"/>
          </a:xfrm>
          <a:prstGeom prst="rect">
            <a:avLst/>
          </a:prstGeom>
        </p:spPr>
      </p:pic>
      <p:pic>
        <p:nvPicPr>
          <p:cNvPr id="12" name="st5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54680" y="3703320"/>
            <a:ext cx="914400" cy="914400"/>
          </a:xfrm>
          <a:prstGeom prst="rect">
            <a:avLst/>
          </a:prstGeom>
        </p:spPr>
      </p:pic>
      <p:pic>
        <p:nvPicPr>
          <p:cNvPr id="13" name="next" descr="/tmp/claude-0/-home-claude/fe77757a-b201-597d-8fa7-ebfe0e19c7b2/scratchpad/india/gen/b181.png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4168" y="5074920"/>
            <a:ext cx="4023360" cy="983488"/>
          </a:xfrm>
          <a:prstGeom prst="rect">
            <a:avLst/>
          </a:prstGeom>
        </p:spPr>
      </p:pic>
    </p:spTree>
  </p:cSld>
  <p:clrMapOvr>
    <a:masterClrMapping/>
  </p:clrMapOvr>
  <p:transition spd="med" advClick="0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53" presetClass="entr" presetSubtype="16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53" presetClass="entr" presetSubtype="16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5" dur="500" fill="hold"/>
                                  <p:tgtEl>
                                    <p:spTgt spid="1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6" dur="500" fill="hold"/>
                                  <p:tgtEl>
                                    <p:spTgt spid="1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7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6" presetClass="emph" presetSubtype="0" repeatCount="indefinite" autoRev="1" fill="hold" grpId="1" nodeType="withEffect">
                            <p:stCondLst>
                              <p:cond delay="1500"/>
                            </p:stCondLst>
                            <p:childTnLst>
                              <p:animScale>
                                <p:cBhvr>
                                  <p:cTn id="30" dur="650" fill="hold"/>
                                  <p:tgtEl>
                                    <p:spTgt spid="12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34" presetID="2" presetClass="entr" presetSubtype="4" fill="hold" grpId="0" nodeType="withEffect" decel="100000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600" fill="hold"/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60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1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827" y="822960"/>
            <a:ext cx="6112042" cy="1280160"/>
          </a:xfrm>
          <a:prstGeom prst="rect">
            <a:avLst/>
          </a:prstGeom>
        </p:spPr>
      </p:pic>
      <p:pic>
        <p:nvPicPr>
          <p:cNvPr id="3" name="think" descr="/tmp/claude-0/-home-claude/fe77757a-b201-597d-8fa7-ebfe0e19c7b2/scratchpad/india/img/thinking_f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8" y="2194560"/>
            <a:ext cx="2377440" cy="2377440"/>
          </a:xfrm>
          <a:prstGeom prst="rect">
            <a:avLst/>
          </a:prstGeom>
        </p:spPr>
      </p:pic>
      <p:pic>
        <p:nvPicPr>
          <p:cNvPr id="4" name="hint" descr="/tmp/claude-0/-home-claude/fe77757a-b201-597d-8fa7-ebfe0e19c7b2/scratchpad/india/gen/p18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617720"/>
            <a:ext cx="5943600" cy="822960"/>
          </a:xfrm>
          <a:prstGeom prst="rect">
            <a:avLst/>
          </a:prstGeom>
        </p:spPr>
      </p:pic>
      <p:pic>
        <p:nvPicPr>
          <p:cNvPr id="5" name="back" descr="/tmp/claude-0/-home-claude/fe77757a-b201-597d-8fa7-ebfe0e19c7b2/scratchpad/india/gen/b185.png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608" y="5577840"/>
            <a:ext cx="3840480" cy="938784"/>
          </a:xfrm>
          <a:prstGeom prst="rect">
            <a:avLst/>
          </a:prstGeom>
        </p:spPr>
      </p:pic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6" presetClass="emph" presetSubtype="0" repeatCount="indefinite" autoRev="1" fill="hold" grpId="1" nodeType="withEffect">
                            <p:stCondLst>
                              <p:cond delay="700"/>
                            </p:stCondLst>
                            <p:childTnLst>
                              <p:animScale>
                                <p:cBhvr>
                                  <p:cTn id="15" dur="650" fill="hold"/>
                                  <p:tgtEl>
                                    <p:spTgt spid="3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19" presetID="2" presetClass="entr" presetSubtype="4" fill="hold" grpId="0" nodeType="withEffect" decel="100000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8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4" presetID="53" presetClass="entr" presetSubtype="16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2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f" descr="/tmp/claude-0/-home-claude/fe77757a-b201-597d-8fa7-ebfe0e19c7b2/scratchpad/india/art/confetti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title" descr="/tmp/claude-0/-home-claude/fe77757a-b201-597d-8fa7-ebfe0e19c7b2/scratchpad/india/gen/t18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088" y="457200"/>
            <a:ext cx="5863519" cy="1325880"/>
          </a:xfrm>
          <a:prstGeom prst="rect">
            <a:avLst/>
          </a:prstGeom>
        </p:spPr>
      </p:pic>
      <p:pic>
        <p:nvPicPr>
          <p:cNvPr id="4" name="trophy" descr="/tmp/claude-0/-home-claude/fe77757a-b201-597d-8fa7-ebfe0e19c7b2/scratchpad/india/img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248" y="1920240"/>
            <a:ext cx="2743200" cy="2743200"/>
          </a:xfrm>
          <a:prstGeom prst="rect">
            <a:avLst/>
          </a:prstGeom>
        </p:spPr>
      </p:pic>
      <p:pic>
        <p:nvPicPr>
          <p:cNvPr id="5" name="fs0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4892040"/>
            <a:ext cx="914400" cy="914400"/>
          </a:xfrm>
          <a:prstGeom prst="rect">
            <a:avLst/>
          </a:prstGeom>
        </p:spPr>
      </p:pic>
      <p:pic>
        <p:nvPicPr>
          <p:cNvPr id="6" name="fs1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4892040"/>
            <a:ext cx="914400" cy="914400"/>
          </a:xfrm>
          <a:prstGeom prst="rect">
            <a:avLst/>
          </a:prstGeom>
        </p:spPr>
      </p:pic>
      <p:pic>
        <p:nvPicPr>
          <p:cNvPr id="7" name="fs2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4892040"/>
            <a:ext cx="914400" cy="914400"/>
          </a:xfrm>
          <a:prstGeom prst="rect">
            <a:avLst/>
          </a:prstGeom>
        </p:spPr>
      </p:pic>
      <p:pic>
        <p:nvPicPr>
          <p:cNvPr id="8" name="fs3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680" y="4892040"/>
            <a:ext cx="914400" cy="914400"/>
          </a:xfrm>
          <a:prstGeom prst="rect">
            <a:avLst/>
          </a:prstGeom>
        </p:spPr>
      </p:pic>
      <p:pic>
        <p:nvPicPr>
          <p:cNvPr id="9" name="fs4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0" y="4892040"/>
            <a:ext cx="914400" cy="914400"/>
          </a:xfrm>
          <a:prstGeom prst="rect">
            <a:avLst/>
          </a:prstGeom>
        </p:spPr>
      </p:pic>
      <p:pic>
        <p:nvPicPr>
          <p:cNvPr id="10" name="fs5" descr="/tmp/claude-0/-home-claude/fe77757a-b201-597d-8fa7-ebfe0e19c7b2/scratchpad/india/img/glowing_s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4680" y="4892040"/>
            <a:ext cx="914400" cy="914400"/>
          </a:xfrm>
          <a:prstGeom prst="rect">
            <a:avLst/>
          </a:prstGeom>
        </p:spPr>
      </p:pic>
      <p:pic>
        <p:nvPicPr>
          <p:cNvPr id="11" name="six" descr="/tmp/claude-0/-home-claude/fe77757a-b201-597d-8fa7-ebfe0e19c7b2/scratchpad/india/gen/p188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6160" y="5897880"/>
            <a:ext cx="502920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6" presetClass="emph" presetSubtype="0" repeatCount="indefinite" autoRev="1" fill="hold" grpId="1" nodeType="withEffect">
                            <p:stCondLst>
                              <p:cond delay="1000"/>
                            </p:stCondLst>
                            <p:childTnLst>
                              <p:animScale>
                                <p:cBhvr>
                                  <p:cTn id="15" dur="650" fill="hold"/>
                                  <p:tgtEl>
                                    <p:spTgt spid="4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  <p:par>
                          <p:cTn id="20" presetID="53" presetClass="entr" presetSubtype="16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00" fill="hold"/>
                                  <p:tgtEl>
                                    <p:spTgt spid="5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8" dur="500" fill="hold"/>
                                  <p:tgtEl>
                                    <p:spTgt spid="5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53" presetClass="entr" presetSubtype="16" fill="hold" grpId="0" nodeType="with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00" fill="hold"/>
                                  <p:tgtEl>
                                    <p:spTgt spid="6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3" dur="500" fill="hold"/>
                                  <p:tgtEl>
                                    <p:spTgt spid="6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4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presetID="53" presetClass="entr" presetSubtype="16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 fill="hold"/>
                                  <p:tgtEl>
                                    <p:spTgt spid="7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8" dur="500" fill="hold"/>
                                  <p:tgtEl>
                                    <p:spTgt spid="7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53" presetClass="entr" presetSubtype="16" fill="hold" grpId="0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00" fill="hold"/>
                                  <p:tgtEl>
                                    <p:spTgt spid="8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3" dur="500" fill="hold"/>
                                  <p:tgtEl>
                                    <p:spTgt spid="8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53" presetClass="entr" presetSubtype="16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500" fill="hold"/>
                                  <p:tgtEl>
                                    <p:spTgt spid="9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38" dur="500" fill="hold"/>
                                  <p:tgtEl>
                                    <p:spTgt spid="9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9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5" presetID="53" presetClass="entr" presetSubtype="16" fill="hold" grpId="0" nodeType="with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500" fill="hold"/>
                                  <p:tgtEl>
                                    <p:spTgt spid="10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43" dur="500" fill="hold"/>
                                  <p:tgtEl>
                                    <p:spTgt spid="10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4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2" presetClass="entr" presetSubtype="4" fill="hold" grpId="0" nodeType="withEffect" decel="100000">
                            <p:stCondLst>
                              <p:cond delay="200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600" fill="hold"/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48" dur="6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/tmp/claude-0/-home-claude/fe77757a-b201-597d-8fa7-ebfe0e19c7b2/scratchpad/india/gen/t18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038" y="914400"/>
            <a:ext cx="4817620" cy="1645920"/>
          </a:xfrm>
          <a:prstGeom prst="rect">
            <a:avLst/>
          </a:prstGeom>
        </p:spPr>
      </p:pic>
      <p:pic>
        <p:nvPicPr>
          <p:cNvPr id="3" name="by" descr="/tmp/claude-0/-home-claude/fe77757a-b201-597d-8fa7-ebfe0e19c7b2/scratchpad/india/gen/p1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926080"/>
            <a:ext cx="5943600" cy="1005840"/>
          </a:xfrm>
          <a:prstGeom prst="rect">
            <a:avLst/>
          </a:prstGeom>
        </p:spPr>
      </p:pic>
      <p:pic>
        <p:nvPicPr>
          <p:cNvPr id="4" name="gr" descr="/tmp/claude-0/-home-claude/fe77757a-b201-597d-8fa7-ebfe0e19c7b2/scratchpad/india/gen/p1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4114800"/>
            <a:ext cx="4480560" cy="731520"/>
          </a:xfrm>
          <a:prstGeom prst="rect">
            <a:avLst/>
          </a:prstGeom>
        </p:spPr>
      </p:pic>
      <p:pic>
        <p:nvPicPr>
          <p:cNvPr id="5" name="e1" descr="/tmp/claude-0/-home-claude/fe77757a-b201-597d-8fa7-ebfe0e19c7b2/scratchpad/india/img/elepha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06240"/>
            <a:ext cx="2103120" cy="2103120"/>
          </a:xfrm>
          <a:prstGeom prst="rect">
            <a:avLst/>
          </a:prstGeom>
        </p:spPr>
      </p:pic>
      <p:pic>
        <p:nvPicPr>
          <p:cNvPr id="6" name="p1" descr="/tmp/claude-0/-home-claude/fe77757a-b201-597d-8fa7-ebfe0e19c7b2/scratchpad/india/img/peac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4206240"/>
            <a:ext cx="2103120" cy="2103120"/>
          </a:xfrm>
          <a:prstGeom prst="rect">
            <a:avLst/>
          </a:prstGeom>
        </p:spPr>
      </p:pic>
      <p:pic>
        <p:nvPicPr>
          <p:cNvPr id="7" name="man" descr="/tmp/claude-0/-home-claude/fe77757a-b201-597d-8fa7-ebfe0e19c7b2/scratchpad/india/art/mandala_p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892040"/>
            <a:ext cx="1920240" cy="19202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8" presetID="53" presetClass="entr" presetSubtype="16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500" fill="hold"/>
                                  <p:tgtEl>
                                    <p:spTgt spid="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53" presetClass="entr" presetSubtype="16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2" presetClass="entr" presetSubtype="4" fill="hold" grpId="0" nodeType="withEffect" decel="100000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" dur="60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16" dur="60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1" presetID="2" presetClass="entr" presetSubtype="2" fill="hold" grpId="0" nodeType="withEffect" decel="100000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" dur="7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0" dur="7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5" presetID="2" presetClass="entr" presetSubtype="4" fill="hold" grpId="0" nodeType="withEffect" decel="100000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3" dur="6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4" dur="6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0" presetID="53" presetClass="entr" presetSubtype="16" fill="hold" grpId="0" nodeType="with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 fill="hold"/>
                                  <p:tgtEl>
                                    <p:spTgt spid="7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28" dur="500" fill="hold"/>
                                  <p:tgtEl>
                                    <p:spTgt spid="7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6" presetClass="emph" presetSubtype="0" repeatCount="indefinite" autoRev="1" fill="hold" grpId="1" nodeType="withEffect">
                            <p:stCondLst>
                              <p:cond delay="2600"/>
                            </p:stCondLst>
                            <p:childTnLst>
                              <p:animScale>
                                <p:cBhvr>
                                  <p:cTn id="32" dur="650" fill="hold"/>
                                  <p:tgtEl>
                                    <p:spTgt spid="5"/>
                                  </p:tgtEl>
                                </p:cBhvr>
                                <p:by x="110000" y="11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رحلتي إلى الهند</dc:title>
  <dc:subject>PptxGenJS Presentation</dc:subject>
  <dc:creator>ياسمين طلال</dc:creator>
  <cp:lastModifiedBy>ياسمين طلال</cp:lastModifiedBy>
  <cp:revision>1</cp:revision>
  <dcterms:created xsi:type="dcterms:W3CDTF">2026-10-26T18:55:57Z</dcterms:created>
  <dcterms:modified xsi:type="dcterms:W3CDTF">2026-10-26T18:55:57Z</dcterms:modified>
</cp:coreProperties>
</file>