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3.xml"/><Relationship Id="rId11" Type="http://schemas.openxmlformats.org/officeDocument/2006/relationships/slide" Target="slide21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audio" Target="../media/media-16-6.mp3"/><Relationship Id="rId8" Type="http://schemas.microsoft.com/office/2007/relationships/media" Target="../media/media-16-6.mp3"/><Relationship Id="rId9" Type="http://schemas.openxmlformats.org/officeDocument/2006/relationships/image" Target="../media/image-6-8.png"/><Relationship Id="rId10" Type="http://schemas.openxmlformats.org/officeDocument/2006/relationships/audio" Target="../media/media-16-9.mp3"/><Relationship Id="rId11" Type="http://schemas.microsoft.com/office/2007/relationships/media" Target="../media/media-16-9.mp3"/><Relationship Id="rId12" Type="http://schemas.openxmlformats.org/officeDocument/2006/relationships/image" Target="../media/image-6-8.png"/><Relationship Id="rId13" Type="http://schemas.openxmlformats.org/officeDocument/2006/relationships/audio" Target="../media/media-16-12.mp3"/><Relationship Id="rId14" Type="http://schemas.microsoft.com/office/2007/relationships/media" Target="../media/media-16-12.mp3"/><Relationship Id="rId15" Type="http://schemas.openxmlformats.org/officeDocument/2006/relationships/image" Target="../media/image-6-8.png"/><Relationship Id="rId16" Type="http://schemas.openxmlformats.org/officeDocument/2006/relationships/audio" Target="../media/media-16-15.mp3"/><Relationship Id="rId17" Type="http://schemas.microsoft.com/office/2007/relationships/media" Target="../media/media-16-15.mp3"/><Relationship Id="rId18" Type="http://schemas.openxmlformats.org/officeDocument/2006/relationships/image" Target="../media/image-6-8.png"/><Relationship Id="rId19" Type="http://schemas.openxmlformats.org/officeDocument/2006/relationships/audio" Target="../media/media-16-18.mp3"/><Relationship Id="rId20" Type="http://schemas.microsoft.com/office/2007/relationships/media" Target="../media/media-1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4-5.jpg"/><Relationship Id="rId7" Type="http://schemas.openxmlformats.org/officeDocument/2006/relationships/audio" Target="../media/media-24-6.mp3"/><Relationship Id="rId8" Type="http://schemas.microsoft.com/office/2007/relationships/media" Target="../media/media-24-6.mp3"/><Relationship Id="rId9" Type="http://schemas.openxmlformats.org/officeDocument/2006/relationships/image" Target="../media/image-6-8.png"/><Relationship Id="rId10" Type="http://schemas.openxmlformats.org/officeDocument/2006/relationships/audio" Target="../media/media-24-9.mp3"/><Relationship Id="rId11" Type="http://schemas.microsoft.com/office/2007/relationships/media" Target="../media/media-24-9.mp3"/><Relationship Id="rId12" Type="http://schemas.openxmlformats.org/officeDocument/2006/relationships/image" Target="../media/image-6-8.png"/><Relationship Id="rId13" Type="http://schemas.openxmlformats.org/officeDocument/2006/relationships/audio" Target="../media/media-24-12.mp3"/><Relationship Id="rId14" Type="http://schemas.microsoft.com/office/2007/relationships/media" Target="../media/media-24-12.mp3"/><Relationship Id="rId15" Type="http://schemas.openxmlformats.org/officeDocument/2006/relationships/image" Target="../media/image-6-8.png"/><Relationship Id="rId16" Type="http://schemas.openxmlformats.org/officeDocument/2006/relationships/audio" Target="../media/media-24-15.mp3"/><Relationship Id="rId17" Type="http://schemas.microsoft.com/office/2007/relationships/media" Target="../media/media-24-15.mp3"/><Relationship Id="rId18" Type="http://schemas.openxmlformats.org/officeDocument/2006/relationships/image" Target="../media/image-6-8.png"/><Relationship Id="rId19" Type="http://schemas.openxmlformats.org/officeDocument/2006/relationships/audio" Target="../media/media-24-18.mp3"/><Relationship Id="rId20" Type="http://schemas.microsoft.com/office/2007/relationships/media" Target="../media/media-2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الخامس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(١)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١٠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(٢)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١١ – ١٩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(٣)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الآية ٢٠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المزّمّل (١)  •  الآيات ١ – 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 – 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37" y="1188720"/>
            <a:ext cx="8093287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(١)  •  كتاب التلاوة ص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7253" y="1508760"/>
            <a:ext cx="86344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(١)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389" y="1508760"/>
            <a:ext cx="82581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(١)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577324"/>
            <a:ext cx="10451592" cy="28463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(١)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1_q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526706"/>
            <a:ext cx="10451592" cy="49475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(١)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1_p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845085"/>
            <a:ext cx="10451592" cy="4310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(١)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1_p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582" y="1508760"/>
            <a:ext cx="708178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١١ – ١٩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سورة المزّمّل (٢)  •  الآيات ١١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١١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14" y="1188720"/>
            <a:ext cx="6605133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(٢)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964429"/>
            <a:ext cx="10451592" cy="40721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(٢)  •  كتاب التلاوة ص ١٦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5771" y="1508760"/>
            <a:ext cx="469740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(٢)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3529" y="1508760"/>
            <a:ext cx="848189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(٢)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2_p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817032"/>
            <a:ext cx="10451592" cy="43669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الآية ٢٠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المزّمّل (٣)  •  الآية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المزّمّل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الآية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5/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45" y="1188720"/>
            <a:ext cx="7163470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(٣)  •  كتاب التلاوة ص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917415"/>
            <a:ext cx="10451592" cy="41661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(٣)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1797" y="1508760"/>
            <a:ext cx="512535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(٣)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3_q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234541"/>
            <a:ext cx="10451592" cy="35319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المزّمّل (٣)  •  كتاب التلاوة ص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5/c/L0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387" y="1508760"/>
            <a:ext cx="790417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الخامس</dc:title>
  <dc:subject>PptxGenJS Presentation</dc:subject>
  <dc:creator>PptxGenJS</dc:creator>
  <cp:lastModifiedBy>PptxGenJS</cp:lastModifiedBy>
  <cp:revision>1</cp:revision>
  <dcterms:created xsi:type="dcterms:W3CDTF">2026-09-29T09:48:58Z</dcterms:created>
  <dcterms:modified xsi:type="dcterms:W3CDTF">2026-09-29T09:48:58Z</dcterms:modified>
</cp:coreProperties>
</file>