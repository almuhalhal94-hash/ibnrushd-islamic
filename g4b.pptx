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9.xml"/><Relationship Id="rId11" Type="http://schemas.openxmlformats.org/officeDocument/2006/relationships/slide" Target="slide16.xml"/><Relationship Id="rId14" Type="http://schemas.openxmlformats.org/officeDocument/2006/relationships/slide" Target="slide2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2-5.jpg"/><Relationship Id="rId7" Type="http://schemas.openxmlformats.org/officeDocument/2006/relationships/audio" Target="../media/media-12-6.mp3"/><Relationship Id="rId8" Type="http://schemas.microsoft.com/office/2007/relationships/media" Target="../media/media-12-6.mp3"/><Relationship Id="rId9" Type="http://schemas.openxmlformats.org/officeDocument/2006/relationships/image" Target="../media/image-6-8.png"/><Relationship Id="rId10" Type="http://schemas.openxmlformats.org/officeDocument/2006/relationships/audio" Target="../media/media-12-9.mp3"/><Relationship Id="rId11" Type="http://schemas.microsoft.com/office/2007/relationships/media" Target="../media/media-12-9.mp3"/><Relationship Id="rId12" Type="http://schemas.openxmlformats.org/officeDocument/2006/relationships/image" Target="../media/image-6-8.png"/><Relationship Id="rId13" Type="http://schemas.openxmlformats.org/officeDocument/2006/relationships/audio" Target="../media/media-12-12.mp3"/><Relationship Id="rId14" Type="http://schemas.microsoft.com/office/2007/relationships/media" Target="../media/media-12-12.mp3"/><Relationship Id="rId15" Type="http://schemas.openxmlformats.org/officeDocument/2006/relationships/image" Target="../media/image-6-8.png"/><Relationship Id="rId16" Type="http://schemas.openxmlformats.org/officeDocument/2006/relationships/audio" Target="../media/media-12-15.mp3"/><Relationship Id="rId17" Type="http://schemas.microsoft.com/office/2007/relationships/media" Target="../media/media-12-15.mp3"/><Relationship Id="rId18" Type="http://schemas.openxmlformats.org/officeDocument/2006/relationships/image" Target="../media/image-6-8.png"/><Relationship Id="rId19" Type="http://schemas.openxmlformats.org/officeDocument/2006/relationships/audio" Target="../media/media-12-18.mp3"/><Relationship Id="rId20" Type="http://schemas.microsoft.com/office/2007/relationships/media" Target="../media/media-1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9-5.jpg"/><Relationship Id="rId7" Type="http://schemas.openxmlformats.org/officeDocument/2006/relationships/audio" Target="../media/media-19-6.mp3"/><Relationship Id="rId8" Type="http://schemas.microsoft.com/office/2007/relationships/media" Target="../media/media-19-6.mp3"/><Relationship Id="rId9" Type="http://schemas.openxmlformats.org/officeDocument/2006/relationships/image" Target="../media/image-6-8.png"/><Relationship Id="rId10" Type="http://schemas.openxmlformats.org/officeDocument/2006/relationships/audio" Target="../media/media-19-9.mp3"/><Relationship Id="rId11" Type="http://schemas.microsoft.com/office/2007/relationships/media" Target="../media/media-19-9.mp3"/><Relationship Id="rId12" Type="http://schemas.openxmlformats.org/officeDocument/2006/relationships/image" Target="../media/image-6-8.png"/><Relationship Id="rId13" Type="http://schemas.openxmlformats.org/officeDocument/2006/relationships/audio" Target="../media/media-19-12.mp3"/><Relationship Id="rId14" Type="http://schemas.microsoft.com/office/2007/relationships/media" Target="../media/media-19-12.mp3"/><Relationship Id="rId15" Type="http://schemas.openxmlformats.org/officeDocument/2006/relationships/image" Target="../media/image-6-8.png"/><Relationship Id="rId16" Type="http://schemas.openxmlformats.org/officeDocument/2006/relationships/audio" Target="../media/media-19-15.mp3"/><Relationship Id="rId17" Type="http://schemas.microsoft.com/office/2007/relationships/media" Target="../media/media-19-15.mp3"/><Relationship Id="rId18" Type="http://schemas.openxmlformats.org/officeDocument/2006/relationships/image" Target="../media/image-6-8.png"/><Relationship Id="rId19" Type="http://schemas.openxmlformats.org/officeDocument/2006/relationships/audio" Target="../media/media-19-18.mp3"/><Relationship Id="rId20" Type="http://schemas.microsoft.com/office/2007/relationships/media" Target="../media/media-19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5-5.jpg"/><Relationship Id="rId7" Type="http://schemas.openxmlformats.org/officeDocument/2006/relationships/audio" Target="../media/media-25-6.mp3"/><Relationship Id="rId8" Type="http://schemas.microsoft.com/office/2007/relationships/media" Target="../media/media-25-6.mp3"/><Relationship Id="rId9" Type="http://schemas.openxmlformats.org/officeDocument/2006/relationships/image" Target="../media/image-6-8.png"/><Relationship Id="rId10" Type="http://schemas.openxmlformats.org/officeDocument/2006/relationships/audio" Target="../media/media-25-9.mp3"/><Relationship Id="rId11" Type="http://schemas.microsoft.com/office/2007/relationships/media" Target="../media/media-25-9.mp3"/><Relationship Id="rId12" Type="http://schemas.openxmlformats.org/officeDocument/2006/relationships/image" Target="../media/image-6-8.png"/><Relationship Id="rId13" Type="http://schemas.openxmlformats.org/officeDocument/2006/relationships/audio" Target="../media/media-25-12.mp3"/><Relationship Id="rId14" Type="http://schemas.microsoft.com/office/2007/relationships/media" Target="../media/media-25-12.mp3"/><Relationship Id="rId15" Type="http://schemas.openxmlformats.org/officeDocument/2006/relationships/image" Target="../media/image-6-8.png"/><Relationship Id="rId16" Type="http://schemas.openxmlformats.org/officeDocument/2006/relationships/audio" Target="../media/media-25-15.mp3"/><Relationship Id="rId17" Type="http://schemas.microsoft.com/office/2007/relationships/media" Target="../media/media-25-15.mp3"/><Relationship Id="rId18" Type="http://schemas.openxmlformats.org/officeDocument/2006/relationships/image" Target="../media/image-6-8.png"/><Relationship Id="rId19" Type="http://schemas.openxmlformats.org/officeDocument/2006/relationships/audio" Target="../media/media-25-18.mp3"/><Relationship Id="rId20" Type="http://schemas.microsoft.com/office/2007/relationships/media" Target="../media/media-25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الرابع الابتدائي – الفصل الدراسي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٥ – ٨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176022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(١)</a:t>
            </a:r>
            <a:endParaRPr lang="en-US" sz="25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٨</a:t>
            </a:r>
            <a:endParaRPr lang="en-US" sz="1300" dirty="0"/>
          </a:p>
        </p:txBody>
      </p:sp>
      <p:pic>
        <p:nvPicPr>
          <p:cNvPr id="11" name="Image 2" descr="a/clear.png">
            <a:hlinkClick r:id="rId5" tooltip="الدرس الخام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463040"/>
            <a:ext cx="34290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176022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(٢)</a:t>
            </a:r>
            <a:endParaRPr lang="en-US" sz="25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٩ – ١٨</a:t>
            </a:r>
            <a:endParaRPr lang="en-US" sz="1300" dirty="0"/>
          </a:p>
        </p:txBody>
      </p:sp>
      <p:pic>
        <p:nvPicPr>
          <p:cNvPr id="18" name="Image 4" descr="a/clear.png">
            <a:hlinkClick r:id="rId8" tooltip="الدرس السادس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463040"/>
            <a:ext cx="3429000" cy="1371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176022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(٣)</a:t>
            </a:r>
            <a:endParaRPr lang="en-US" sz="25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١٩ – ٢٦</a:t>
            </a:r>
            <a:endParaRPr lang="en-US" sz="1300" dirty="0"/>
          </a:p>
        </p:txBody>
      </p:sp>
      <p:pic>
        <p:nvPicPr>
          <p:cNvPr id="25" name="Image 6" descr="a/clear.png">
            <a:hlinkClick r:id="rId11" tooltip="الدرس السابع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463040"/>
            <a:ext cx="3429000" cy="1371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4061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(٤)</a:t>
            </a:r>
            <a:endParaRPr lang="en-US" sz="25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٢٧ – ٣١</a:t>
            </a:r>
            <a:endParaRPr lang="en-US" sz="1300" dirty="0"/>
          </a:p>
        </p:txBody>
      </p:sp>
      <p:pic>
        <p:nvPicPr>
          <p:cNvPr id="32" name="Image 8" descr="a/clear.png">
            <a:hlinkClick r:id="rId14" tooltip="الدرس الثامن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108960"/>
            <a:ext cx="3429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«يُقَالُ لِصَاحِبِ الْقُرْآنِ: اقْرَأْ وَارْتَقِ وَرَتِّلْ كَمَا كُنْتَ تُرَتِّلُ فِي الدُّنْيَا؛ فَإِنَّ مَنْزِلَكَ عِنْدَ آخِرِ آيَةٍ تَقْرَؤُهَا»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سورة الإنسان (١)  •  الآيات ١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١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4/c/L0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26" y="1188720"/>
            <a:ext cx="7424307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الإنسان (١)  •  كتاب التلاوة ص ٢٢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5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816" y="1508760"/>
            <a:ext cx="870932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الإنسان (١)  •  كتاب التلاوة ص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5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061" y="1508760"/>
            <a:ext cx="437883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٩ – ١٨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اللَّهَ يَرْفَعُ بِهَذَا الْكِتَابِ أَقْوَامًا، وَيَضَعُ بِهِ آخَرِينَ»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سورة الإنسان (٢)  •  الآيات ٩ – 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٩ – 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4/c/L0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229469"/>
            <a:ext cx="8183880" cy="545062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الإنسان (٢)  •  كتاب التلاوة ص ٢٤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6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288750"/>
            <a:ext cx="10451592" cy="342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الإنسان (٢)  •  كتاب التلاوة ص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6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2070" y="1508760"/>
            <a:ext cx="864481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الإنسان (٢)  •  كتاب التلاوة ص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6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546877"/>
            <a:ext cx="10451592" cy="29072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١٩ – ٢٦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اجْتَمَعَ قَوْمٌ فِي بَيْتٍ مِنْ بُيُوتِ اللَّهِ يَتْلُونَ كِتَابَ اللَّهِ وَيَتَدَارَسُونَهُ بَيْنَهُمْ، إِلَّا نَزَلَتْ عَلَيْهِمُ السَّكِينَةُ، وَغَشِيَتْهُمُ الرَّحْمَةُ، وَحَفَّتْهُمُ الْمَلَائِكَةُ، وَذَكَرَهُمُ اللَّهُ فِيمَنْ عِنْدَهُ»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سورة الإنسان (٣)  •  الآيات ١٩ – 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١٩ – 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4/c/L0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344678"/>
            <a:ext cx="8183880" cy="522020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الإنسان (٣)  •  كتاب التلاوة ص 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7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915135"/>
            <a:ext cx="10451592" cy="41707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الإنسان (٣)  •  كتاب التلاوة ص 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7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8608" y="1508760"/>
            <a:ext cx="593173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٢٧ – ٣١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«مَثَلُ الْمُؤْمِنِ الَّذِي يَقْرَأُ الْقُرْآنَ مَثَلُ الْأُتْرُجَّةِ: رِيحُهَا طَيِّبٌ، وَطَعْمُهَا طَيِّبٌ»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سورة الإنسان (٤)  •  الآيات ٢٧ – 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الإنسان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٢٧ – 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4/c/L0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785655"/>
            <a:ext cx="8183880" cy="433825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الإنسان (٤)  •  كتاب التلاوة ص ٢٨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8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27539"/>
            <a:ext cx="10451592" cy="394592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الإنسان (٤)  •  كتاب التلاوة ص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8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117" y="1508760"/>
            <a:ext cx="946271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الإنسان (٤)  •  كتاب التلاوة ص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8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411025"/>
            <a:ext cx="10451592" cy="31789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الرابع</dc:title>
  <dc:subject>PptxGenJS Presentation</dc:subject>
  <dc:creator>PptxGenJS</dc:creator>
  <cp:lastModifiedBy>PptxGenJS</cp:lastModifiedBy>
  <cp:revision>1</cp:revision>
  <dcterms:created xsi:type="dcterms:W3CDTF">2026-09-29T09:48:33Z</dcterms:created>
  <dcterms:modified xsi:type="dcterms:W3CDTF">2026-09-29T09:48:33Z</dcterms:modified>
</cp:coreProperties>
</file>