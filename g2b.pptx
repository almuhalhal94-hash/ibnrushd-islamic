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20" Type="http://schemas.openxmlformats.org/officeDocument/2006/relationships/slide" Target="slide38.xml"/><Relationship Id="rId23" Type="http://schemas.openxmlformats.org/officeDocument/2006/relationships/slide" Target="slide45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image" Target="../media/image-1-3.png"/><Relationship Id="rId22" Type="http://schemas.openxmlformats.org/officeDocument/2006/relationships/image" Target="../media/image-2-4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audio" Target="../media/media-41-6.mp3"/><Relationship Id="rId8" Type="http://schemas.microsoft.com/office/2007/relationships/media" Target="../media/media-41-6.mp3"/><Relationship Id="rId9" Type="http://schemas.openxmlformats.org/officeDocument/2006/relationships/image" Target="../media/image-6-8.png"/><Relationship Id="rId10" Type="http://schemas.openxmlformats.org/officeDocument/2006/relationships/audio" Target="../media/media-41-9.mp3"/><Relationship Id="rId11" Type="http://schemas.microsoft.com/office/2007/relationships/media" Target="../media/media-41-9.mp3"/><Relationship Id="rId12" Type="http://schemas.openxmlformats.org/officeDocument/2006/relationships/image" Target="../media/image-6-8.png"/><Relationship Id="rId13" Type="http://schemas.openxmlformats.org/officeDocument/2006/relationships/audio" Target="../media/media-41-12.mp3"/><Relationship Id="rId14" Type="http://schemas.microsoft.com/office/2007/relationships/media" Target="../media/media-41-12.mp3"/><Relationship Id="rId15" Type="http://schemas.openxmlformats.org/officeDocument/2006/relationships/image" Target="../media/image-6-8.png"/><Relationship Id="rId16" Type="http://schemas.openxmlformats.org/officeDocument/2006/relationships/audio" Target="../media/media-41-15.mp3"/><Relationship Id="rId17" Type="http://schemas.microsoft.com/office/2007/relationships/media" Target="../media/media-41-15.mp3"/><Relationship Id="rId18" Type="http://schemas.openxmlformats.org/officeDocument/2006/relationships/image" Target="../media/image-6-8.png"/><Relationship Id="rId19" Type="http://schemas.openxmlformats.org/officeDocument/2006/relationships/audio" Target="../media/media-41-18.mp3"/><Relationship Id="rId20" Type="http://schemas.microsoft.com/office/2007/relationships/media" Target="../media/media-4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8-5.jpg"/><Relationship Id="rId7" Type="http://schemas.openxmlformats.org/officeDocument/2006/relationships/audio" Target="../media/media-48-6.mp3"/><Relationship Id="rId8" Type="http://schemas.microsoft.com/office/2007/relationships/media" Target="../media/media-48-6.mp3"/><Relationship Id="rId9" Type="http://schemas.openxmlformats.org/officeDocument/2006/relationships/image" Target="../media/image-6-8.png"/><Relationship Id="rId10" Type="http://schemas.openxmlformats.org/officeDocument/2006/relationships/audio" Target="../media/media-48-9.mp3"/><Relationship Id="rId11" Type="http://schemas.microsoft.com/office/2007/relationships/media" Target="../media/media-48-9.mp3"/><Relationship Id="rId12" Type="http://schemas.openxmlformats.org/officeDocument/2006/relationships/image" Target="../media/image-6-8.png"/><Relationship Id="rId13" Type="http://schemas.openxmlformats.org/officeDocument/2006/relationships/audio" Target="../media/media-48-12.mp3"/><Relationship Id="rId14" Type="http://schemas.microsoft.com/office/2007/relationships/media" Target="../media/media-48-12.mp3"/><Relationship Id="rId15" Type="http://schemas.openxmlformats.org/officeDocument/2006/relationships/image" Target="../media/image-6-8.png"/><Relationship Id="rId16" Type="http://schemas.openxmlformats.org/officeDocument/2006/relationships/audio" Target="../media/media-48-15.mp3"/><Relationship Id="rId17" Type="http://schemas.microsoft.com/office/2007/relationships/media" Target="../media/media-48-15.mp3"/><Relationship Id="rId18" Type="http://schemas.openxmlformats.org/officeDocument/2006/relationships/image" Target="../media/image-6-8.png"/><Relationship Id="rId19" Type="http://schemas.openxmlformats.org/officeDocument/2006/relationships/audio" Target="../media/media-48-18.mp3"/><Relationship Id="rId20" Type="http://schemas.microsoft.com/office/2007/relationships/media" Target="../media/media-4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الثاني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١٢ – ١٨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17602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(١)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١٥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ثاني عش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176022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(٢)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١٦ – ٢٣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ثالث عشر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371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176022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(٣)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٢٤ – ٢٩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رابع عشر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371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4061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(٤)</a:t>
            </a:r>
            <a:endParaRPr lang="en-US" sz="25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٣٠ – ٣٢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خامس عشر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108960"/>
            <a:ext cx="3429000" cy="13716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4061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(٥)</a:t>
            </a:r>
            <a:endParaRPr lang="en-US" sz="25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٣٣ – ٤١</a:t>
            </a:r>
            <a:endParaRPr lang="en-US" sz="1300" dirty="0"/>
          </a:p>
        </p:txBody>
      </p:sp>
      <p:pic>
        <p:nvPicPr>
          <p:cNvPr id="39" name="Image 10" descr="a/clear.png">
            <a:hlinkClick r:id="rId17" tooltip="الدرس السادس عش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108960"/>
            <a:ext cx="3429000" cy="137160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1188" y="3406140"/>
            <a:ext cx="777240" cy="77724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10118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0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(٦)</a:t>
            </a:r>
            <a:endParaRPr lang="en-US" sz="25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٤٢ – ٥١</a:t>
            </a:r>
            <a:endParaRPr lang="en-US" sz="1300" dirty="0"/>
          </a:p>
        </p:txBody>
      </p:sp>
      <p:pic>
        <p:nvPicPr>
          <p:cNvPr id="46" name="Image 12" descr="a/clear.png">
            <a:hlinkClick r:id="rId20" tooltip="الدرس السابع عشر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3108960"/>
            <a:ext cx="3429000" cy="1371600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8130388" y="475488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8" name="Image 13" descr="a/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9268" y="5052060"/>
            <a:ext cx="777240" cy="77724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599268" y="50520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000" dirty="0"/>
          </a:p>
        </p:txBody>
      </p:sp>
      <p:sp>
        <p:nvSpPr>
          <p:cNvPr id="50" name="Text 34"/>
          <p:cNvSpPr txBox="1"/>
          <p:nvPr/>
        </p:nvSpPr>
        <p:spPr>
          <a:xfrm>
            <a:off x="8267548" y="48828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267548" y="5212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(٧)</a:t>
            </a:r>
            <a:endParaRPr lang="en-US" sz="2500" dirty="0"/>
          </a:p>
        </p:txBody>
      </p:sp>
      <p:sp>
        <p:nvSpPr>
          <p:cNvPr id="52" name="Text 36"/>
          <p:cNvSpPr txBox="1"/>
          <p:nvPr/>
        </p:nvSpPr>
        <p:spPr>
          <a:xfrm>
            <a:off x="8267548" y="5687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٥٢ – ٦٢</a:t>
            </a:r>
            <a:endParaRPr lang="en-US" sz="1300" dirty="0"/>
          </a:p>
        </p:txBody>
      </p:sp>
      <p:pic>
        <p:nvPicPr>
          <p:cNvPr id="53" name="Image 14" descr="a/clear.png">
            <a:hlinkClick r:id="rId23" tooltip="الدرس الثامن عشر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0388" y="4754880"/>
            <a:ext cx="3429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«قُلْ هُوَ اللَّهُ أَحَدٌ تَعْدِلُ ثُلُثَ الْقُرْآنِ»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  •  سورة النجم (١)  •  الآيات ١ –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  •  الآيات ١ –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995" y="1188720"/>
            <a:ext cx="8147970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(١)  •  كتاب التلاوة ص ٣٤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394" y="1508760"/>
            <a:ext cx="733016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(١)  •  كتاب التلاوة ص ٣٥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0508" y="1508760"/>
            <a:ext cx="796793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(١)  •  كتاب التلاوة ص ٣٥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618" y="1508760"/>
            <a:ext cx="726971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١٦ – ٢٣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«زَيِّنُوا الْقُرْآنَ بِأَصْوَاتِكُمْ»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والنسائي)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  •  سورة النجم (٢)  •  الآيات ١٦ –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  •  الآيات ١٦ –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02288"/>
            <a:ext cx="8183880" cy="550498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(٢)  •  كتاب التلاوة ص ٣٦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389" y="1508760"/>
            <a:ext cx="791617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(٢)  •  كتاب التلاوة ص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8301" y="1508760"/>
            <a:ext cx="779235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(٢)  •  كتاب التلاوة ص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618" y="1508760"/>
            <a:ext cx="726971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٢٤ – ٢٩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«وَالْقُرْآنُ حُجَّةٌ لَكَ أَوْ عَلَيْكَ»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  •  سورة النجم (٣)  •  الآيات ٢٤ –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  •  الآيات ٢٤ –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97963"/>
            <a:ext cx="8183880" cy="531363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(٣)  •  كتاب التلاوة ص ٣٨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0822" y="1508760"/>
            <a:ext cx="792730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(٣)  •  كتاب التلاوة ص ٣٩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3676" y="1508760"/>
            <a:ext cx="75616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(٣)  •  كتاب التلاوة ص ٣٩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4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957" y="1508760"/>
            <a:ext cx="774903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٣٠ – ٣٢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«لَيْسَ مِنَّا مَنْ لَمْ يَتَغَنَّ بِالْقُرْآنِ»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  •  سورة النجم (٤)  •  الآيات ٣٠ – 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  •  الآيات ٣٠ – 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317" y="1188720"/>
            <a:ext cx="736732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(٤)  •  كتاب التلاوة ص 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539" y="1508760"/>
            <a:ext cx="83998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(٤)  •  كتاب التلاوة ص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5272" y="1508760"/>
            <a:ext cx="773840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(٤)  •  كتاب التلاوة ص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5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593" y="1508760"/>
            <a:ext cx="749176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٣٣ – ٤١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أَذِنَ اللَّهُ لِشَيْءٍ مَا أَذِنَ لِنَبِيٍّ حَسَنِ الصَّوْتِ يَتَغَنَّى بِالْقُرْآنِ يَجْهَرُ 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  •  سورة النجم (٥)  •  الآيات ٣٣ –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  •  الآيات ٣٣ –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754258"/>
            <a:ext cx="8183880" cy="440104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(٥)  •  كتاب التلاوة ص ٤٢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000" y="1508760"/>
            <a:ext cx="807495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(٥)  •  كتاب التلاوة ص 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5272" y="1508760"/>
            <a:ext cx="773840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(٥)  •  كتاب التلاوة ص 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593" y="1508760"/>
            <a:ext cx="749176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(٦)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٤٢ – ٥١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«فَثَلَاثُ آيَاتٍ يَقْرَأُ بِهِنَّ أَحَدُكُمْ فِي صَلَاتِهِ خَيْرٌ لَهُ مِنْ ثَلَاثِ خَلِفَاتٍ عِظَامٍ سِمَانٍ»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  •  سورة النجم (٦)  •  الآيات ٤٢ – ٥١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(٦)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  •  الآيات ٤٢ – ٥١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30436"/>
            <a:ext cx="8183880" cy="504868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(٦)  •  كتاب التلاوة ص ٤٤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8055" y="1508760"/>
            <a:ext cx="77528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(٦)  •  كتاب التلاوة ص ٤٥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6967" y="1508760"/>
            <a:ext cx="735501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(٦)  •  كتاب التلاوة ص ٤٥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7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5021" y="1508760"/>
            <a:ext cx="787891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(٧)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٥٢ – ٦٢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«إِنَّمَا مَثَلُ صَاحِبِ الْقُرْآنِ كَمَثَلِ صَاحِبِ الْإِبِلِ الْمُعَقَّلَةِ، إِنْ عَاهَدَ عَلَيْهَا أَمْسَكَهَا، وَإِنْ أَطْلَقَهَا ذَهَبَتْ»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  •  سورة النجم (٧)  •  الآيات ٥٢ – ٦٢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النجم (٧)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  •  الآيات ٥٢ – ٦٢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2/c/L1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86923"/>
            <a:ext cx="8183880" cy="533571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(٧)  •  كتاب التلاوة ص ٤٦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7901" y="1508760"/>
            <a:ext cx="83131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(٧)  •  كتاب التلاوة ص 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5272" y="1508760"/>
            <a:ext cx="773840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النجم (٧)  •  كتاب التلاوة ص 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2/c/L1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593" y="1508760"/>
            <a:ext cx="749176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الثاني</dc:title>
  <dc:subject>PptxGenJS Presentation</dc:subject>
  <dc:creator>PptxGenJS</dc:creator>
  <cp:lastModifiedBy>PptxGenJS</cp:lastModifiedBy>
  <cp:revision>1</cp:revision>
  <dcterms:created xsi:type="dcterms:W3CDTF">2026-09-29T09:48:49Z</dcterms:created>
  <dcterms:modified xsi:type="dcterms:W3CDTF">2026-09-29T09:48:49Z</dcterms:modified>
</cp:coreProperties>
</file>