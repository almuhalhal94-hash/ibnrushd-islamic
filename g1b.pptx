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20" Type="http://schemas.openxmlformats.org/officeDocument/2006/relationships/slide" Target="slide38.xml"/><Relationship Id="rId23" Type="http://schemas.openxmlformats.org/officeDocument/2006/relationships/slide" Target="slide45.xml"/><Relationship Id="rId26" Type="http://schemas.openxmlformats.org/officeDocument/2006/relationships/slide" Target="slide52.xml"/><Relationship Id="rId29" Type="http://schemas.openxmlformats.org/officeDocument/2006/relationships/slide" Target="slide59.xml"/><Relationship Id="rId32" Type="http://schemas.openxmlformats.org/officeDocument/2006/relationships/slide" Target="slide66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image" Target="../media/image-1-3.png"/><Relationship Id="rId22" Type="http://schemas.openxmlformats.org/officeDocument/2006/relationships/image" Target="../media/image-2-4.png"/><Relationship Id="rId24" Type="http://schemas.openxmlformats.org/officeDocument/2006/relationships/image" Target="../media/image-1-3.png"/><Relationship Id="rId25" Type="http://schemas.openxmlformats.org/officeDocument/2006/relationships/image" Target="../media/image-2-4.png"/><Relationship Id="rId27" Type="http://schemas.openxmlformats.org/officeDocument/2006/relationships/image" Target="../media/image-1-3.png"/><Relationship Id="rId28" Type="http://schemas.openxmlformats.org/officeDocument/2006/relationships/image" Target="../media/image-2-4.png"/><Relationship Id="rId30" Type="http://schemas.openxmlformats.org/officeDocument/2006/relationships/image" Target="../media/image-1-3.png"/><Relationship Id="rId31" Type="http://schemas.openxmlformats.org/officeDocument/2006/relationships/image" Target="../media/image-2-4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audio" Target="../media/media-41-6.mp3"/><Relationship Id="rId8" Type="http://schemas.microsoft.com/office/2007/relationships/media" Target="../media/media-41-6.mp3"/><Relationship Id="rId9" Type="http://schemas.openxmlformats.org/officeDocument/2006/relationships/image" Target="../media/image-6-8.png"/><Relationship Id="rId10" Type="http://schemas.openxmlformats.org/officeDocument/2006/relationships/audio" Target="../media/media-41-9.mp3"/><Relationship Id="rId11" Type="http://schemas.microsoft.com/office/2007/relationships/media" Target="../media/media-41-9.mp3"/><Relationship Id="rId12" Type="http://schemas.openxmlformats.org/officeDocument/2006/relationships/image" Target="../media/image-6-8.png"/><Relationship Id="rId13" Type="http://schemas.openxmlformats.org/officeDocument/2006/relationships/audio" Target="../media/media-41-12.mp3"/><Relationship Id="rId14" Type="http://schemas.microsoft.com/office/2007/relationships/media" Target="../media/media-41-12.mp3"/><Relationship Id="rId15" Type="http://schemas.openxmlformats.org/officeDocument/2006/relationships/image" Target="../media/image-6-8.png"/><Relationship Id="rId16" Type="http://schemas.openxmlformats.org/officeDocument/2006/relationships/audio" Target="../media/media-41-15.mp3"/><Relationship Id="rId17" Type="http://schemas.microsoft.com/office/2007/relationships/media" Target="../media/media-41-15.mp3"/><Relationship Id="rId18" Type="http://schemas.openxmlformats.org/officeDocument/2006/relationships/image" Target="../media/image-6-8.png"/><Relationship Id="rId19" Type="http://schemas.openxmlformats.org/officeDocument/2006/relationships/audio" Target="../media/media-41-18.mp3"/><Relationship Id="rId20" Type="http://schemas.microsoft.com/office/2007/relationships/media" Target="../media/media-4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8-5.jpg"/><Relationship Id="rId7" Type="http://schemas.openxmlformats.org/officeDocument/2006/relationships/audio" Target="../media/media-48-6.mp3"/><Relationship Id="rId8" Type="http://schemas.microsoft.com/office/2007/relationships/media" Target="../media/media-48-6.mp3"/><Relationship Id="rId9" Type="http://schemas.openxmlformats.org/officeDocument/2006/relationships/image" Target="../media/image-6-8.png"/><Relationship Id="rId10" Type="http://schemas.openxmlformats.org/officeDocument/2006/relationships/audio" Target="../media/media-48-9.mp3"/><Relationship Id="rId11" Type="http://schemas.microsoft.com/office/2007/relationships/media" Target="../media/media-48-9.mp3"/><Relationship Id="rId12" Type="http://schemas.openxmlformats.org/officeDocument/2006/relationships/image" Target="../media/image-6-8.png"/><Relationship Id="rId13" Type="http://schemas.openxmlformats.org/officeDocument/2006/relationships/audio" Target="../media/media-48-12.mp3"/><Relationship Id="rId14" Type="http://schemas.microsoft.com/office/2007/relationships/media" Target="../media/media-48-12.mp3"/><Relationship Id="rId15" Type="http://schemas.openxmlformats.org/officeDocument/2006/relationships/image" Target="../media/image-6-8.png"/><Relationship Id="rId16" Type="http://schemas.openxmlformats.org/officeDocument/2006/relationships/audio" Target="../media/media-48-15.mp3"/><Relationship Id="rId17" Type="http://schemas.microsoft.com/office/2007/relationships/media" Target="../media/media-48-15.mp3"/><Relationship Id="rId18" Type="http://schemas.openxmlformats.org/officeDocument/2006/relationships/image" Target="../media/image-6-8.png"/><Relationship Id="rId19" Type="http://schemas.openxmlformats.org/officeDocument/2006/relationships/audio" Target="../media/media-48-18.mp3"/><Relationship Id="rId20" Type="http://schemas.microsoft.com/office/2007/relationships/media" Target="../media/media-4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5-5.jpg"/><Relationship Id="rId7" Type="http://schemas.openxmlformats.org/officeDocument/2006/relationships/audio" Target="../media/media-55-6.mp3"/><Relationship Id="rId8" Type="http://schemas.microsoft.com/office/2007/relationships/media" Target="../media/media-55-6.mp3"/><Relationship Id="rId9" Type="http://schemas.openxmlformats.org/officeDocument/2006/relationships/image" Target="../media/image-6-8.png"/><Relationship Id="rId10" Type="http://schemas.openxmlformats.org/officeDocument/2006/relationships/audio" Target="../media/media-55-9.mp3"/><Relationship Id="rId11" Type="http://schemas.microsoft.com/office/2007/relationships/media" Target="../media/media-55-9.mp3"/><Relationship Id="rId12" Type="http://schemas.openxmlformats.org/officeDocument/2006/relationships/image" Target="../media/image-6-8.png"/><Relationship Id="rId13" Type="http://schemas.openxmlformats.org/officeDocument/2006/relationships/audio" Target="../media/media-55-12.mp3"/><Relationship Id="rId14" Type="http://schemas.microsoft.com/office/2007/relationships/media" Target="../media/media-55-12.mp3"/><Relationship Id="rId15" Type="http://schemas.openxmlformats.org/officeDocument/2006/relationships/image" Target="../media/image-6-8.png"/><Relationship Id="rId16" Type="http://schemas.openxmlformats.org/officeDocument/2006/relationships/audio" Target="../media/media-55-15.mp3"/><Relationship Id="rId17" Type="http://schemas.microsoft.com/office/2007/relationships/media" Target="../media/media-55-15.mp3"/><Relationship Id="rId18" Type="http://schemas.openxmlformats.org/officeDocument/2006/relationships/image" Target="../media/image-6-8.png"/><Relationship Id="rId19" Type="http://schemas.openxmlformats.org/officeDocument/2006/relationships/audio" Target="../media/media-55-18.mp3"/><Relationship Id="rId20" Type="http://schemas.microsoft.com/office/2007/relationships/media" Target="../media/media-5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2-5.jpg"/><Relationship Id="rId7" Type="http://schemas.openxmlformats.org/officeDocument/2006/relationships/audio" Target="../media/media-62-6.mp3"/><Relationship Id="rId8" Type="http://schemas.microsoft.com/office/2007/relationships/media" Target="../media/media-62-6.mp3"/><Relationship Id="rId9" Type="http://schemas.openxmlformats.org/officeDocument/2006/relationships/image" Target="../media/image-6-8.png"/><Relationship Id="rId10" Type="http://schemas.openxmlformats.org/officeDocument/2006/relationships/audio" Target="../media/media-62-9.mp3"/><Relationship Id="rId11" Type="http://schemas.microsoft.com/office/2007/relationships/media" Target="../media/media-62-9.mp3"/><Relationship Id="rId12" Type="http://schemas.openxmlformats.org/officeDocument/2006/relationships/image" Target="../media/image-6-8.png"/><Relationship Id="rId13" Type="http://schemas.openxmlformats.org/officeDocument/2006/relationships/audio" Target="../media/media-62-12.mp3"/><Relationship Id="rId14" Type="http://schemas.microsoft.com/office/2007/relationships/media" Target="../media/media-62-12.mp3"/><Relationship Id="rId15" Type="http://schemas.openxmlformats.org/officeDocument/2006/relationships/image" Target="../media/image-6-8.png"/><Relationship Id="rId16" Type="http://schemas.openxmlformats.org/officeDocument/2006/relationships/audio" Target="../media/media-62-15.mp3"/><Relationship Id="rId17" Type="http://schemas.microsoft.com/office/2007/relationships/media" Target="../media/media-62-15.mp3"/><Relationship Id="rId18" Type="http://schemas.openxmlformats.org/officeDocument/2006/relationships/image" Target="../media/image-6-8.png"/><Relationship Id="rId19" Type="http://schemas.openxmlformats.org/officeDocument/2006/relationships/audio" Target="../media/media-62-18.mp3"/><Relationship Id="rId20" Type="http://schemas.microsoft.com/office/2007/relationships/media" Target="../media/media-6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9-5.jpg"/><Relationship Id="rId7" Type="http://schemas.openxmlformats.org/officeDocument/2006/relationships/audio" Target="../media/media-69-6.mp3"/><Relationship Id="rId8" Type="http://schemas.microsoft.com/office/2007/relationships/media" Target="../media/media-69-6.mp3"/><Relationship Id="rId9" Type="http://schemas.openxmlformats.org/officeDocument/2006/relationships/image" Target="../media/image-6-8.png"/><Relationship Id="rId10" Type="http://schemas.openxmlformats.org/officeDocument/2006/relationships/audio" Target="../media/media-69-9.mp3"/><Relationship Id="rId11" Type="http://schemas.microsoft.com/office/2007/relationships/media" Target="../media/media-69-9.mp3"/><Relationship Id="rId12" Type="http://schemas.openxmlformats.org/officeDocument/2006/relationships/image" Target="../media/image-6-8.png"/><Relationship Id="rId13" Type="http://schemas.openxmlformats.org/officeDocument/2006/relationships/audio" Target="../media/media-69-12.mp3"/><Relationship Id="rId14" Type="http://schemas.microsoft.com/office/2007/relationships/media" Target="../media/media-69-12.mp3"/><Relationship Id="rId15" Type="http://schemas.openxmlformats.org/officeDocument/2006/relationships/image" Target="../media/image-6-8.png"/><Relationship Id="rId16" Type="http://schemas.openxmlformats.org/officeDocument/2006/relationships/audio" Target="../media/media-69-15.mp3"/><Relationship Id="rId17" Type="http://schemas.microsoft.com/office/2007/relationships/media" Target="../media/media-69-15.mp3"/><Relationship Id="rId18" Type="http://schemas.openxmlformats.org/officeDocument/2006/relationships/image" Target="../media/image-6-8.png"/><Relationship Id="rId19" Type="http://schemas.openxmlformats.org/officeDocument/2006/relationships/audio" Target="../media/media-69-18.mp3"/><Relationship Id="rId20" Type="http://schemas.microsoft.com/office/2007/relationships/media" Target="../media/media-6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الأول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٩ – ١٨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140" y="1691640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1814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(١)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تاسع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1155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9100" y="1691640"/>
            <a:ext cx="658368" cy="6583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6910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(٢)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١٢ – ١٩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عاشر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1155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0060" y="1691640"/>
            <a:ext cx="658368" cy="6583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22006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(٣)</a:t>
            </a:r>
            <a:endParaRPr lang="en-US" sz="22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٢٠ – ٢٣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حادي عشر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11556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8140" y="2971800"/>
            <a:ext cx="658368" cy="6583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71814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(٤)</a:t>
            </a:r>
            <a:endParaRPr lang="en-US" sz="22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٢٤ – ٣٠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ثاني عشر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2743200"/>
            <a:ext cx="3429000" cy="11155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9100" y="2971800"/>
            <a:ext cx="658368" cy="65836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6910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(٥)</a:t>
            </a:r>
            <a:endParaRPr lang="en-US" sz="22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٣١ – ٣٧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ثالث ع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2743200"/>
            <a:ext cx="3429000" cy="111556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0060" y="2971800"/>
            <a:ext cx="658368" cy="65836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22006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(٦)</a:t>
            </a:r>
            <a:endParaRPr lang="en-US" sz="22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٣٨ – ٤٢</a:t>
            </a:r>
            <a:endParaRPr lang="en-US" sz="1300" dirty="0"/>
          </a:p>
        </p:txBody>
      </p:sp>
      <p:pic>
        <p:nvPicPr>
          <p:cNvPr id="46" name="Image 12" descr="a/clear.png">
            <a:hlinkClick r:id="rId20" tooltip="الدرس الرابع عشر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2743200"/>
            <a:ext cx="3429000" cy="1115568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13038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8" name="Image 13" descr="a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18140" y="4251960"/>
            <a:ext cx="658368" cy="658368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71814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826754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6754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(٧)</a:t>
            </a:r>
            <a:endParaRPr lang="en-US" sz="2200" dirty="0"/>
          </a:p>
        </p:txBody>
      </p:sp>
      <p:sp>
        <p:nvSpPr>
          <p:cNvPr id="52" name="Text 36"/>
          <p:cNvSpPr txBox="1"/>
          <p:nvPr/>
        </p:nvSpPr>
        <p:spPr>
          <a:xfrm>
            <a:off x="826754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٤٣ – ٤٦</a:t>
            </a:r>
            <a:endParaRPr lang="en-US" sz="1300" dirty="0"/>
          </a:p>
        </p:txBody>
      </p:sp>
      <p:pic>
        <p:nvPicPr>
          <p:cNvPr id="53" name="Image 14" descr="a/clear.png">
            <a:hlinkClick r:id="rId23" tooltip="الدرس الخامس عشر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0388" y="4023360"/>
            <a:ext cx="3429000" cy="1115568"/>
          </a:xfrm>
          <a:prstGeom prst="rect">
            <a:avLst/>
          </a:prstGeom>
        </p:spPr>
      </p:pic>
      <p:sp>
        <p:nvSpPr>
          <p:cNvPr id="54" name="Shape 37"/>
          <p:cNvSpPr/>
          <p:nvPr/>
        </p:nvSpPr>
        <p:spPr>
          <a:xfrm>
            <a:off x="438134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5" name="Image 15" descr="a/sta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69100" y="4251960"/>
            <a:ext cx="658368" cy="658368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696910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000" dirty="0"/>
          </a:p>
        </p:txBody>
      </p:sp>
      <p:sp>
        <p:nvSpPr>
          <p:cNvPr id="57" name="Text 39"/>
          <p:cNvSpPr txBox="1"/>
          <p:nvPr/>
        </p:nvSpPr>
        <p:spPr>
          <a:xfrm>
            <a:off x="451850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</a:t>
            </a:r>
            <a:endParaRPr lang="en-US" sz="1300" dirty="0"/>
          </a:p>
        </p:txBody>
      </p:sp>
      <p:sp>
        <p:nvSpPr>
          <p:cNvPr id="58" name="Text 40"/>
          <p:cNvSpPr txBox="1"/>
          <p:nvPr/>
        </p:nvSpPr>
        <p:spPr>
          <a:xfrm>
            <a:off x="451850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(٨)</a:t>
            </a:r>
            <a:endParaRPr lang="en-US" sz="2200" dirty="0"/>
          </a:p>
        </p:txBody>
      </p:sp>
      <p:sp>
        <p:nvSpPr>
          <p:cNvPr id="59" name="Text 41"/>
          <p:cNvSpPr txBox="1"/>
          <p:nvPr/>
        </p:nvSpPr>
        <p:spPr>
          <a:xfrm>
            <a:off x="451850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٤٧ – ٥١</a:t>
            </a:r>
            <a:endParaRPr lang="en-US" sz="1300" dirty="0"/>
          </a:p>
        </p:txBody>
      </p:sp>
      <p:pic>
        <p:nvPicPr>
          <p:cNvPr id="60" name="Image 16" descr="a/clear.png">
            <a:hlinkClick r:id="rId26" tooltip="الدرس السادس عشر" action="ppaction://hlinksldjump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81348" y="4023360"/>
            <a:ext cx="3429000" cy="1115568"/>
          </a:xfrm>
          <a:prstGeom prst="rect">
            <a:avLst/>
          </a:prstGeom>
        </p:spPr>
      </p:pic>
      <p:sp>
        <p:nvSpPr>
          <p:cNvPr id="61" name="Shape 42"/>
          <p:cNvSpPr/>
          <p:nvPr/>
        </p:nvSpPr>
        <p:spPr>
          <a:xfrm>
            <a:off x="63230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2" name="Image 17" descr="a/sta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20060" y="4251960"/>
            <a:ext cx="658368" cy="658368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322006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000" dirty="0"/>
          </a:p>
        </p:txBody>
      </p:sp>
      <p:sp>
        <p:nvSpPr>
          <p:cNvPr id="64" name="Text 44"/>
          <p:cNvSpPr txBox="1"/>
          <p:nvPr/>
        </p:nvSpPr>
        <p:spPr>
          <a:xfrm>
            <a:off x="76946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</a:t>
            </a:r>
            <a:endParaRPr lang="en-US" sz="1300" dirty="0"/>
          </a:p>
        </p:txBody>
      </p:sp>
      <p:sp>
        <p:nvSpPr>
          <p:cNvPr id="65" name="Text 45"/>
          <p:cNvSpPr txBox="1"/>
          <p:nvPr/>
        </p:nvSpPr>
        <p:spPr>
          <a:xfrm>
            <a:off x="76946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(٩)</a:t>
            </a:r>
            <a:endParaRPr lang="en-US" sz="2200" dirty="0"/>
          </a:p>
        </p:txBody>
      </p:sp>
      <p:sp>
        <p:nvSpPr>
          <p:cNvPr id="66" name="Text 46"/>
          <p:cNvSpPr txBox="1"/>
          <p:nvPr/>
        </p:nvSpPr>
        <p:spPr>
          <a:xfrm>
            <a:off x="76946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٥٢ – ٥٥</a:t>
            </a:r>
            <a:endParaRPr lang="en-US" sz="1300" dirty="0"/>
          </a:p>
        </p:txBody>
      </p:sp>
      <p:pic>
        <p:nvPicPr>
          <p:cNvPr id="67" name="Image 18" descr="a/clear.png">
            <a:hlinkClick r:id="rId29" tooltip="الدرس السابع عشر" action="ppaction://hlinksldjump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308" y="4023360"/>
            <a:ext cx="3429000" cy="1115568"/>
          </a:xfrm>
          <a:prstGeom prst="rect">
            <a:avLst/>
          </a:prstGeom>
        </p:spPr>
      </p:pic>
      <p:sp>
        <p:nvSpPr>
          <p:cNvPr id="68" name="Shape 47"/>
          <p:cNvSpPr/>
          <p:nvPr/>
        </p:nvSpPr>
        <p:spPr>
          <a:xfrm>
            <a:off x="8130388" y="530352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9" name="Image 19" descr="a/sta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18140" y="5532120"/>
            <a:ext cx="658368" cy="658368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10718140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000" dirty="0"/>
          </a:p>
        </p:txBody>
      </p:sp>
      <p:sp>
        <p:nvSpPr>
          <p:cNvPr id="71" name="Text 49"/>
          <p:cNvSpPr txBox="1"/>
          <p:nvPr/>
        </p:nvSpPr>
        <p:spPr>
          <a:xfrm>
            <a:off x="8267548" y="540764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</a:t>
            </a:r>
            <a:endParaRPr lang="en-US" sz="1300" dirty="0"/>
          </a:p>
        </p:txBody>
      </p:sp>
      <p:sp>
        <p:nvSpPr>
          <p:cNvPr id="72" name="Text 50"/>
          <p:cNvSpPr txBox="1"/>
          <p:nvPr/>
        </p:nvSpPr>
        <p:spPr>
          <a:xfrm>
            <a:off x="8267548" y="567537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(١٠)</a:t>
            </a:r>
            <a:endParaRPr lang="en-US" sz="2200" dirty="0"/>
          </a:p>
        </p:txBody>
      </p:sp>
      <p:sp>
        <p:nvSpPr>
          <p:cNvPr id="73" name="Text 51"/>
          <p:cNvSpPr txBox="1"/>
          <p:nvPr/>
        </p:nvSpPr>
        <p:spPr>
          <a:xfrm>
            <a:off x="8267548" y="606210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٥٦ – ٦٠</a:t>
            </a:r>
            <a:endParaRPr lang="en-US" sz="1300" dirty="0"/>
          </a:p>
        </p:txBody>
      </p:sp>
      <p:pic>
        <p:nvPicPr>
          <p:cNvPr id="74" name="Image 20" descr="a/clear.png">
            <a:hlinkClick r:id="rId32" tooltip="الدرس الثامن عشر" action="ppaction://hlinksldjump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30388" y="5303520"/>
            <a:ext cx="342900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الذاريات (١)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١ – ١١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09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601823"/>
            <a:ext cx="8183880" cy="470591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(١)  •  كتاب التلاوة ص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9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6065" y="1508760"/>
            <a:ext cx="663682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(١)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9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8505" y="1508760"/>
            <a:ext cx="78119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(١)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09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4261" y="1508760"/>
            <a:ext cx="81804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١٢ – ١٩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الذاريات (٢)  •  الآيات ١٢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١٢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0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576087"/>
            <a:ext cx="8183880" cy="475738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(٢)  •  كتاب التلاوة ص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0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2494" y="1508760"/>
            <a:ext cx="816396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(٢)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0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2571" y="1508760"/>
            <a:ext cx="838381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(٢)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0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996" y="1508760"/>
            <a:ext cx="788295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الحادي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٢٠ – ٢٣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لِلَّهِ أَهْلِينَ مِنَ النَّاسِ» قَالُوا: يَا رَسُولَ اللَّهِ، مَنْ هُمْ؟ قَالَ: «هُمْ أَهْلُ الْقُرْآنِ، أَهْلُ اللَّهِ وَخَاصَّتُهُ»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ابن ماجه وأحمد)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سورة الذاريات (٣)  •  الآيات ٢٠ –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٢٠ –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355504"/>
            <a:ext cx="8183880" cy="319855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(٣)  •  كتاب التلاوة ص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3561" y="1508760"/>
            <a:ext cx="74818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(٣)  •  كتاب التلاوة ص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234" y="1508760"/>
            <a:ext cx="820848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(٣)  •  كتاب التلاوة ص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476" y="1508760"/>
            <a:ext cx="78940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٢٤ – ٣٠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«قُلْ هُوَ اللَّهُ أَحَدٌ تَعْدِلُ ثُلُثَ الْقُرْآنِ»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  •  سورة الذاريات (٤)  •  الآيات ٢٤ –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عشر  •  الآيات ٢٤ –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104" y="1188720"/>
            <a:ext cx="8133751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(٤)  •  كتاب التلاوة ص 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178" y="1508760"/>
            <a:ext cx="759259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(٤)  •  كتاب التلاوة ص 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119" y="1508760"/>
            <a:ext cx="836071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(٤)  •  كتاب التلاوة ص 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996" y="1508760"/>
            <a:ext cx="788295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(٥)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٣١ – ٣٧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«زَيِّنُوا الْقُرْآنَ بِأَصْوَاتِكُمْ»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والنسائي)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  •  سورة الذاريات (٥)  •  الآيات ٣١ –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(٥)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عشر  •  الآيات ٣١ –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929031"/>
            <a:ext cx="8183880" cy="405149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(٥)  •  كتاب التلاوة ص ٣٤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5995" y="1508760"/>
            <a:ext cx="785696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(٥)  •  كتاب التلاوة ص ٣٥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234" y="1508760"/>
            <a:ext cx="820848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(٥)  •  كتاب التلاوة ص ٣٥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476" y="1508760"/>
            <a:ext cx="78940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(٦)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٣٨ – ٤٢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«وَالْقُرْآنُ حُجَّةٌ لَكَ أَوْ عَلَيْكَ»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  •  سورة الذاريات (٦)  •  الآيات ٣٨ –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(٦)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عشر  •  الآيات ٣٨ –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811383"/>
            <a:ext cx="8183880" cy="428679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(٦)  •  كتاب التلاوة ص ٣٦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178" y="1508760"/>
            <a:ext cx="759259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(٦)  •  كتاب التلاوة ص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884" y="1508760"/>
            <a:ext cx="891318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(٦)  •  كتاب التلاوة ص ٣٧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4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788" y="1508760"/>
            <a:ext cx="73773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(٧)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٤٣ – ٤٦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«لَيْسَ مِنَّا مَنْ لَمْ يَتَغَنَّ بِالْقُرْآنِ»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  •  سورة الذاريات (٧)  •  الآيات ٤٣ – ٤٦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(٧)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عشر  •  الآيات ٤٣ – ٤٦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002561"/>
            <a:ext cx="8183880" cy="390443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(٧)  •  كتاب التلاوة ص ٣٨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284" y="1508760"/>
            <a:ext cx="777038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(٧)  •  كتاب التلاوة ص ٣٩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024" y="1508760"/>
            <a:ext cx="859490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(٧)  •  كتاب التلاوة ص ٣٩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5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788" y="1508760"/>
            <a:ext cx="73773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(٨)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٤٧ – ٥١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أَذِنَ اللَّهُ لِشَيْءٍ مَا أَذِنَ لِنَبِيٍّ حَسَنِ الصَّوْتِ يَتَغَنَّى بِالْقُرْآنِ يَجْهَرُ 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  •  سورة الذاريات (٨)  •  الآيات ٤٧ – ٥١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(٨)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عشر  •  الآيات ٤٧ – ٥١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936384"/>
            <a:ext cx="8183880" cy="403679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(٨)  •  كتاب التلاوة ص 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3302" y="1508760"/>
            <a:ext cx="74423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(٨)  •  كتاب التلاوة ص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0366" y="1508760"/>
            <a:ext cx="88482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(٨)  •  كتاب التلاوة ص ٤١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788" y="1508760"/>
            <a:ext cx="73773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(٩)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٥٢ – ٥٥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«فَثَلَاثُ آيَاتٍ يَقْرَأُ بِهِنَّ أَحَدُكُمْ فِي صَلَاتِهِ خَيْرٌ لَهُ مِنْ ثَلَاثِ خَلِفَاتٍ عِظَامٍ سِمَانٍ»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  •  سورة الذاريات (٩)  •  الآيات ٥٢ – 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(٩)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عشر  •  الآيات ٥٢ – ٥٥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2366534"/>
            <a:ext cx="8183880" cy="317649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(٩)  •  كتاب التلاوة ص ٤٢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7541" y="1508760"/>
            <a:ext cx="711387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(٩)  •  كتاب التلاوة ص 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024" y="1508760"/>
            <a:ext cx="859490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(٩)  •  كتاب التلاوة ص ٤٣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7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788" y="1508760"/>
            <a:ext cx="73773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(١٠)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٥٦ – ٦٠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«إِنَّمَا مَثَلُ صَاحِبِ الْقُرْآنِ كَمَثَلِ صَاحِبِ الْإِبِلِ الْمُعَقَّلَةِ، إِنْ عَاهَدَ عَلَيْهَا أَمْسَكَهَا، وَإِنْ أَطْلَقَهَا ذَهَبَتْ»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  •  سورة الذاريات (١٠)  •  الآيات ٥٦ – ٦٠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الذاريات (١٠)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عشر  •  الآيات ٥٦ – ٦٠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1/c/L1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995208"/>
            <a:ext cx="8183880" cy="391914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(١٠)  •  كتاب التلاوة ص ٤٤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618" y="1508760"/>
            <a:ext cx="726971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(١٠)  •  كتاب التلاوة ص ٤٥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7430" y="1508760"/>
            <a:ext cx="887409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الذاريات (١٠)  •  كتاب التلاوة ص ٤٥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1/c/L1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788" y="1508760"/>
            <a:ext cx="73773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الأول</dc:title>
  <dc:subject>PptxGenJS Presentation</dc:subject>
  <dc:creator>PptxGenJS</dc:creator>
  <cp:lastModifiedBy>PptxGenJS</cp:lastModifiedBy>
  <cp:revision>1</cp:revision>
  <dcterms:created xsi:type="dcterms:W3CDTF">2026-09-29T09:48:43Z</dcterms:created>
  <dcterms:modified xsi:type="dcterms:W3CDTF">2026-09-29T09:48:43Z</dcterms:modified>
</cp:coreProperties>
</file>