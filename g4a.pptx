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2.xml"/><Relationship Id="rId11" Type="http://schemas.openxmlformats.org/officeDocument/2006/relationships/slide" Target="slide19.xml"/><Relationship Id="rId14" Type="http://schemas.openxmlformats.org/officeDocument/2006/relationships/slide" Target="slide29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audio" Target="../media/media-15-6.mp3"/><Relationship Id="rId8" Type="http://schemas.microsoft.com/office/2007/relationships/media" Target="../media/media-15-6.mp3"/><Relationship Id="rId9" Type="http://schemas.openxmlformats.org/officeDocument/2006/relationships/image" Target="../media/image-6-8.png"/><Relationship Id="rId10" Type="http://schemas.openxmlformats.org/officeDocument/2006/relationships/audio" Target="../media/media-15-9.mp3"/><Relationship Id="rId11" Type="http://schemas.microsoft.com/office/2007/relationships/media" Target="../media/media-15-9.mp3"/><Relationship Id="rId12" Type="http://schemas.openxmlformats.org/officeDocument/2006/relationships/image" Target="../media/image-6-8.png"/><Relationship Id="rId13" Type="http://schemas.openxmlformats.org/officeDocument/2006/relationships/audio" Target="../media/media-15-12.mp3"/><Relationship Id="rId14" Type="http://schemas.microsoft.com/office/2007/relationships/media" Target="../media/media-15-12.mp3"/><Relationship Id="rId15" Type="http://schemas.openxmlformats.org/officeDocument/2006/relationships/image" Target="../media/image-6-8.png"/><Relationship Id="rId16" Type="http://schemas.openxmlformats.org/officeDocument/2006/relationships/audio" Target="../media/media-15-15.mp3"/><Relationship Id="rId17" Type="http://schemas.microsoft.com/office/2007/relationships/media" Target="../media/media-15-15.mp3"/><Relationship Id="rId18" Type="http://schemas.openxmlformats.org/officeDocument/2006/relationships/image" Target="../media/image-6-8.png"/><Relationship Id="rId19" Type="http://schemas.openxmlformats.org/officeDocument/2006/relationships/audio" Target="../media/media-15-18.mp3"/><Relationship Id="rId20" Type="http://schemas.microsoft.com/office/2007/relationships/media" Target="../media/media-1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audio" Target="../media/media-22-6.mp3"/><Relationship Id="rId8" Type="http://schemas.microsoft.com/office/2007/relationships/media" Target="../media/media-22-6.mp3"/><Relationship Id="rId9" Type="http://schemas.openxmlformats.org/officeDocument/2006/relationships/image" Target="../media/image-6-8.png"/><Relationship Id="rId10" Type="http://schemas.openxmlformats.org/officeDocument/2006/relationships/audio" Target="../media/media-22-9.mp3"/><Relationship Id="rId11" Type="http://schemas.microsoft.com/office/2007/relationships/media" Target="../media/media-22-9.mp3"/><Relationship Id="rId12" Type="http://schemas.openxmlformats.org/officeDocument/2006/relationships/image" Target="../media/image-6-8.png"/><Relationship Id="rId13" Type="http://schemas.openxmlformats.org/officeDocument/2006/relationships/audio" Target="../media/media-22-12.mp3"/><Relationship Id="rId14" Type="http://schemas.microsoft.com/office/2007/relationships/media" Target="../media/media-22-12.mp3"/><Relationship Id="rId15" Type="http://schemas.openxmlformats.org/officeDocument/2006/relationships/image" Target="../media/image-6-8.png"/><Relationship Id="rId16" Type="http://schemas.openxmlformats.org/officeDocument/2006/relationships/audio" Target="../media/media-22-15.mp3"/><Relationship Id="rId17" Type="http://schemas.microsoft.com/office/2007/relationships/media" Target="../media/media-22-15.mp3"/><Relationship Id="rId18" Type="http://schemas.openxmlformats.org/officeDocument/2006/relationships/image" Target="../media/image-6-8.png"/><Relationship Id="rId19" Type="http://schemas.openxmlformats.org/officeDocument/2006/relationships/audio" Target="../media/media-22-18.mp3"/><Relationship Id="rId20" Type="http://schemas.microsoft.com/office/2007/relationships/media" Target="../media/media-2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2-5.jpg"/><Relationship Id="rId7" Type="http://schemas.openxmlformats.org/officeDocument/2006/relationships/audio" Target="../media/media-32-6.mp3"/><Relationship Id="rId8" Type="http://schemas.microsoft.com/office/2007/relationships/media" Target="../media/media-32-6.mp3"/><Relationship Id="rId9" Type="http://schemas.openxmlformats.org/officeDocument/2006/relationships/image" Target="../media/image-6-8.png"/><Relationship Id="rId10" Type="http://schemas.openxmlformats.org/officeDocument/2006/relationships/audio" Target="../media/media-32-9.mp3"/><Relationship Id="rId11" Type="http://schemas.microsoft.com/office/2007/relationships/media" Target="../media/media-32-9.mp3"/><Relationship Id="rId12" Type="http://schemas.openxmlformats.org/officeDocument/2006/relationships/image" Target="../media/image-6-8.png"/><Relationship Id="rId13" Type="http://schemas.openxmlformats.org/officeDocument/2006/relationships/audio" Target="../media/media-32-12.mp3"/><Relationship Id="rId14" Type="http://schemas.microsoft.com/office/2007/relationships/media" Target="../media/media-32-12.mp3"/><Relationship Id="rId15" Type="http://schemas.openxmlformats.org/officeDocument/2006/relationships/image" Target="../media/image-6-8.png"/><Relationship Id="rId16" Type="http://schemas.openxmlformats.org/officeDocument/2006/relationships/audio" Target="../media/media-32-15.mp3"/><Relationship Id="rId17" Type="http://schemas.microsoft.com/office/2007/relationships/media" Target="../media/media-32-15.mp3"/><Relationship Id="rId18" Type="http://schemas.openxmlformats.org/officeDocument/2006/relationships/image" Target="../media/image-6-8.png"/><Relationship Id="rId19" Type="http://schemas.openxmlformats.org/officeDocument/2006/relationships/audio" Target="../media/media-32-18.mp3"/><Relationship Id="rId20" Type="http://schemas.microsoft.com/office/2007/relationships/media" Target="../media/media-3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الرابع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٤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176022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(١)</a:t>
            </a:r>
            <a:endParaRPr lang="en-US" sz="25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١٥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176022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(٢)</a:t>
            </a:r>
            <a:endParaRPr lang="en-US" sz="25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 – ٢٨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3716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176022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1760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9105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(٣)</a:t>
            </a:r>
            <a:endParaRPr lang="en-US" sz="25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39572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٢٩ – ٤٠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3716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108960"/>
            <a:ext cx="3429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4061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4061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23697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(٤)</a:t>
            </a:r>
            <a:endParaRPr lang="en-US" sz="25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04164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 – ٥٠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108960"/>
            <a:ext cx="34290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المرسلات (١)  •  الآيات ١ –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 –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664" y="1188720"/>
            <a:ext cx="7484633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(١)  •  كتاب التلاوة ص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770" y="1508760"/>
            <a:ext cx="917341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(١)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189" y="1508760"/>
            <a:ext cx="572257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(١)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1_q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873647"/>
            <a:ext cx="10451592" cy="42537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(١)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180" y="1508760"/>
            <a:ext cx="99325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(١)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1_p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841" y="1508760"/>
            <a:ext cx="87372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١٦ – ٢٨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المرسلات (٢)  •  الآيات ١٦ –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١٦ –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85422"/>
            <a:ext cx="8183880" cy="513871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(٢)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76921"/>
            <a:ext cx="10451592" cy="28471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(٢)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859" y="1508760"/>
            <a:ext cx="873923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(٢)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10650"/>
            <a:ext cx="10451592" cy="29797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٢٩ – ٤٠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المرسلات (٣)  •  الآيات ٢٩ – 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٢٩ – ٤٠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242726"/>
            <a:ext cx="8183880" cy="5424107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528135"/>
            <a:ext cx="10451592" cy="29447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8892" y="1508760"/>
            <a:ext cx="877116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411025"/>
            <a:ext cx="10451592" cy="31789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p3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163334"/>
            <a:ext cx="10451592" cy="367433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p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123245"/>
            <a:ext cx="10451592" cy="175450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(٣)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3_q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179985"/>
            <a:ext cx="10451592" cy="364103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(٤)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 – ٥٠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المرسلات (٤)  •  الآيات ٤١ – ٥٠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 التجويد تطبيقًا سليمًا.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المرسلات (٤)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٤١ – ٥٠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4/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17752"/>
            <a:ext cx="8183880" cy="527405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(٤)  •  كتاب التلاوة ص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74060"/>
            <a:ext cx="10451592" cy="3852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المرسلات (٤)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4/c/L0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9571" y="1508760"/>
            <a:ext cx="466981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الرابع</dc:title>
  <dc:subject>PptxGenJS Presentation</dc:subject>
  <dc:creator>PptxGenJS</dc:creator>
  <cp:lastModifiedBy>PptxGenJS</cp:lastModifiedBy>
  <cp:revision>1</cp:revision>
  <dcterms:created xsi:type="dcterms:W3CDTF">2026-09-29T09:48:31Z</dcterms:created>
  <dcterms:modified xsi:type="dcterms:W3CDTF">2026-09-29T09:48:31Z</dcterms:modified>
</cp:coreProperties>
</file>