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4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</a:t>
            </a:r>
            <a:endParaRPr lang="en-US" sz="44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الثامن – الجزء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٧ – ١١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32004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914400" y="100584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9268" y="20116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59926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(٦)</a:t>
            </a:r>
            <a:endParaRPr lang="en-US" sz="26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٤١–٤٧</a:t>
            </a:r>
            <a:endParaRPr lang="en-US" sz="1400" dirty="0"/>
          </a:p>
        </p:txBody>
      </p:sp>
      <p:pic>
        <p:nvPicPr>
          <p:cNvPr id="11" name="Image 2" descr="a/clear.png">
            <a:hlinkClick r:id="rId5" tooltip="الدرس السابع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691640"/>
            <a:ext cx="3429000" cy="14173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0228" y="2011680"/>
            <a:ext cx="777240" cy="77724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022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2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(٧)</a:t>
            </a:r>
            <a:endParaRPr lang="en-US" sz="26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٤٨–٥٨</a:t>
            </a:r>
            <a:endParaRPr lang="en-US" sz="1400" dirty="0"/>
          </a:p>
        </p:txBody>
      </p:sp>
      <p:pic>
        <p:nvPicPr>
          <p:cNvPr id="18" name="Image 4" descr="a/clear.png">
            <a:hlinkClick r:id="rId8" tooltip="الدرس الثامن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691640"/>
            <a:ext cx="3429000" cy="1417320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69164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101188" y="2011680"/>
            <a:ext cx="777240" cy="77724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101188" y="2011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2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874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4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222199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(٨)</a:t>
            </a:r>
            <a:endParaRPr lang="en-US" sz="26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٥٩–٦٨</a:t>
            </a:r>
            <a:endParaRPr lang="en-US" sz="1400" dirty="0"/>
          </a:p>
        </p:txBody>
      </p:sp>
      <p:pic>
        <p:nvPicPr>
          <p:cNvPr id="25" name="Image 6" descr="a/clear.png">
            <a:hlinkClick r:id="rId11" tooltip="الدرس التاسع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691640"/>
            <a:ext cx="3429000" cy="1417320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99268" y="3749040"/>
            <a:ext cx="777240" cy="777240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59926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2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4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(٩)</a:t>
            </a:r>
            <a:endParaRPr lang="en-US" sz="26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٦٩–٧٦</a:t>
            </a:r>
            <a:endParaRPr lang="en-US" sz="1400" dirty="0"/>
          </a:p>
        </p:txBody>
      </p:sp>
      <p:pic>
        <p:nvPicPr>
          <p:cNvPr id="32" name="Image 8" descr="a/clear.png">
            <a:hlinkClick r:id="rId14" tooltip="الدرس العاشر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3429000"/>
            <a:ext cx="3429000" cy="1417320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3429000"/>
            <a:ext cx="3429000" cy="1417320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850228" y="3749040"/>
            <a:ext cx="777240" cy="77724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850228" y="3749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2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4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(١٠)</a:t>
            </a:r>
            <a:endParaRPr lang="en-US" sz="26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4389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٧٧–٨٣</a:t>
            </a:r>
            <a:endParaRPr lang="en-US" sz="1400" dirty="0"/>
          </a:p>
        </p:txBody>
      </p:sp>
      <p:pic>
        <p:nvPicPr>
          <p:cNvPr id="39" name="Image 10" descr="a/clear.png">
            <a:hlinkClick r:id="rId17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3429000"/>
            <a:ext cx="3429000" cy="1417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(٦)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٤١–٤٧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يس (٦)  •  الآيات ٤١–٤٧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(٦)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٤١–٤٧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23989"/>
            <a:ext cx="8183880" cy="506158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٤١–٤٧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939129"/>
            <a:ext cx="9994392" cy="180270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٤١–٤٧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7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514964"/>
            <a:ext cx="9628632" cy="29253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٤١–٤٧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7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2781" y="1554480"/>
            <a:ext cx="622339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(٧)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٤٨–٥٨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يس (٧)  •  الآيات ٤٨–٥٨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(٧)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٤٨–٥٨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44171"/>
            <a:ext cx="8183880" cy="5221218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٤٨–٥٨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48841"/>
            <a:ext cx="9994392" cy="238327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٤٨–٥٨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8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221647"/>
            <a:ext cx="9628632" cy="35119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٤٨–٥٨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8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5097" y="1554480"/>
            <a:ext cx="709875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(٨)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٥٩–٦٨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يس (٨)  •  الآيات ٥٩–٦٨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(٨)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٥٩–٦٨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593" y="1188720"/>
            <a:ext cx="8168774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٥٩–٦٨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814389"/>
            <a:ext cx="9994392" cy="205218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٥٩–٦٨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09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1894823"/>
            <a:ext cx="9628632" cy="416563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٥٩–٦٨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09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62110" y="1554480"/>
            <a:ext cx="686473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(٩)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٦٩–٧٦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يس (٩)  •  الآيات ٦٩–٧٦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(٩)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٦٩–٧٦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10485"/>
            <a:ext cx="8183880" cy="508859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٦٩–٧٦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605345"/>
            <a:ext cx="9994392" cy="247026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٦٩–٧٦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0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588604"/>
            <a:ext cx="9628632" cy="277807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٦٩–٧٦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0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5414" y="1554480"/>
            <a:ext cx="5938124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(١٠)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٧٧–٨٣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4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يس (١٠)  •  الآيات ٧٧–٨٣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66547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6654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3000" dirty="0"/>
          </a:p>
        </p:txBody>
      </p:sp>
      <p:sp>
        <p:nvSpPr>
          <p:cNvPr id="14" name="Shape 8"/>
          <p:cNvSpPr/>
          <p:nvPr/>
        </p:nvSpPr>
        <p:spPr>
          <a:xfrm>
            <a:off x="914400" y="379476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94563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9456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79476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شرح المقطع القرآني شرحًا شفويًّا مجملًا مُيسّرًا.</a:t>
            </a:r>
            <a:endParaRPr lang="en-US" sz="3000" dirty="0"/>
          </a:p>
        </p:txBody>
      </p:sp>
      <p:sp>
        <p:nvSpPr>
          <p:cNvPr id="18" name="Shape 11"/>
          <p:cNvSpPr/>
          <p:nvPr/>
        </p:nvSpPr>
        <p:spPr>
          <a:xfrm>
            <a:off x="914400" y="5074920"/>
            <a:ext cx="10360152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522579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522579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5074920"/>
            <a:ext cx="9052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تطبيق أحكامِ التَّجويد تطبيقًا سليمًا.</a:t>
            </a:r>
            <a:endParaRPr lang="en-US" sz="3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يس (١٠)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٧٧–٨٣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ayat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66036"/>
            <a:ext cx="8183880" cy="497748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أتلو مع بيانِ أحكامِ التَّجويد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٧٧–٨٣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731520" y="1737360"/>
            <a:ext cx="10725912" cy="420624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tajwee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935239"/>
            <a:ext cx="9994392" cy="181048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أتعرَّفُ معانيَ المُفْرَدات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٧٧–٨٣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c/L11_vocab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0160" y="2644024"/>
            <a:ext cx="9628632" cy="2667233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أقرأُ وأَفْهَم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٧٧–٨٣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822960" y="1371600"/>
            <a:ext cx="10543032" cy="52120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pic>
        <p:nvPicPr>
          <p:cNvPr id="9" name="Image 3" descr="c/L11_read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11235" y="1554480"/>
            <a:ext cx="596648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سورة يس</dc:title>
  <dc:subject>PptxGenJS Presentation</dc:subject>
  <dc:creator>PptxGenJS</dc:creator>
  <cp:lastModifiedBy>PptxGenJS</cp:lastModifiedBy>
  <cp:revision>1</cp:revision>
  <dcterms:created xsi:type="dcterms:W3CDTF">2026-09-29T10:35:37Z</dcterms:created>
  <dcterms:modified xsi:type="dcterms:W3CDTF">2026-09-29T10:35:37Z</dcterms:modified>
</cp:coreProperties>
</file>