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9.xml"/><Relationship Id="rId11" Type="http://schemas.openxmlformats.org/officeDocument/2006/relationships/slide" Target="slide15.xml"/><Relationship Id="rId14" Type="http://schemas.openxmlformats.org/officeDocument/2006/relationships/slide" Target="slide23.xml"/><Relationship Id="rId17" Type="http://schemas.openxmlformats.org/officeDocument/2006/relationships/slide" Target="slide29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2-5.jpg"/><Relationship Id="rId7" Type="http://schemas.openxmlformats.org/officeDocument/2006/relationships/audio" Target="../media/media-12-6.mp3"/><Relationship Id="rId8" Type="http://schemas.microsoft.com/office/2007/relationships/media" Target="../media/media-12-6.mp3"/><Relationship Id="rId9" Type="http://schemas.openxmlformats.org/officeDocument/2006/relationships/image" Target="../media/image-6-8.png"/><Relationship Id="rId10" Type="http://schemas.openxmlformats.org/officeDocument/2006/relationships/audio" Target="../media/media-12-9.mp3"/><Relationship Id="rId11" Type="http://schemas.microsoft.com/office/2007/relationships/media" Target="../media/media-12-9.mp3"/><Relationship Id="rId12" Type="http://schemas.openxmlformats.org/officeDocument/2006/relationships/image" Target="../media/image-6-8.png"/><Relationship Id="rId13" Type="http://schemas.openxmlformats.org/officeDocument/2006/relationships/audio" Target="../media/media-12-12.mp3"/><Relationship Id="rId14" Type="http://schemas.microsoft.com/office/2007/relationships/media" Target="../media/media-12-12.mp3"/><Relationship Id="rId15" Type="http://schemas.openxmlformats.org/officeDocument/2006/relationships/image" Target="../media/image-6-8.png"/><Relationship Id="rId16" Type="http://schemas.openxmlformats.org/officeDocument/2006/relationships/audio" Target="../media/media-12-15.mp3"/><Relationship Id="rId17" Type="http://schemas.microsoft.com/office/2007/relationships/media" Target="../media/media-12-15.mp3"/><Relationship Id="rId18" Type="http://schemas.openxmlformats.org/officeDocument/2006/relationships/image" Target="../media/image-6-8.png"/><Relationship Id="rId19" Type="http://schemas.openxmlformats.org/officeDocument/2006/relationships/audio" Target="../media/media-12-18.mp3"/><Relationship Id="rId20" Type="http://schemas.microsoft.com/office/2007/relationships/media" Target="../media/media-1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8-5.jpg"/><Relationship Id="rId7" Type="http://schemas.openxmlformats.org/officeDocument/2006/relationships/audio" Target="../media/media-18-6.mp3"/><Relationship Id="rId8" Type="http://schemas.microsoft.com/office/2007/relationships/media" Target="../media/media-18-6.mp3"/><Relationship Id="rId9" Type="http://schemas.openxmlformats.org/officeDocument/2006/relationships/image" Target="../media/image-6-8.png"/><Relationship Id="rId10" Type="http://schemas.openxmlformats.org/officeDocument/2006/relationships/audio" Target="../media/media-18-9.mp3"/><Relationship Id="rId11" Type="http://schemas.microsoft.com/office/2007/relationships/media" Target="../media/media-18-9.mp3"/><Relationship Id="rId12" Type="http://schemas.openxmlformats.org/officeDocument/2006/relationships/image" Target="../media/image-6-8.png"/><Relationship Id="rId13" Type="http://schemas.openxmlformats.org/officeDocument/2006/relationships/audio" Target="../media/media-18-12.mp3"/><Relationship Id="rId14" Type="http://schemas.microsoft.com/office/2007/relationships/media" Target="../media/media-18-12.mp3"/><Relationship Id="rId15" Type="http://schemas.openxmlformats.org/officeDocument/2006/relationships/image" Target="../media/image-6-8.png"/><Relationship Id="rId16" Type="http://schemas.openxmlformats.org/officeDocument/2006/relationships/audio" Target="../media/media-18-15.mp3"/><Relationship Id="rId17" Type="http://schemas.microsoft.com/office/2007/relationships/media" Target="../media/media-18-15.mp3"/><Relationship Id="rId18" Type="http://schemas.openxmlformats.org/officeDocument/2006/relationships/image" Target="../media/image-6-8.png"/><Relationship Id="rId19" Type="http://schemas.openxmlformats.org/officeDocument/2006/relationships/audio" Target="../media/media-18-18.mp3"/><Relationship Id="rId20" Type="http://schemas.microsoft.com/office/2007/relationships/media" Target="../media/media-1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6-5.jpg"/><Relationship Id="rId7" Type="http://schemas.openxmlformats.org/officeDocument/2006/relationships/audio" Target="../media/media-26-6.mp3"/><Relationship Id="rId8" Type="http://schemas.microsoft.com/office/2007/relationships/media" Target="../media/media-26-6.mp3"/><Relationship Id="rId9" Type="http://schemas.openxmlformats.org/officeDocument/2006/relationships/image" Target="../media/image-6-8.png"/><Relationship Id="rId10" Type="http://schemas.openxmlformats.org/officeDocument/2006/relationships/audio" Target="../media/media-26-9.mp3"/><Relationship Id="rId11" Type="http://schemas.microsoft.com/office/2007/relationships/media" Target="../media/media-26-9.mp3"/><Relationship Id="rId12" Type="http://schemas.openxmlformats.org/officeDocument/2006/relationships/image" Target="../media/image-6-8.png"/><Relationship Id="rId13" Type="http://schemas.openxmlformats.org/officeDocument/2006/relationships/audio" Target="../media/media-26-12.mp3"/><Relationship Id="rId14" Type="http://schemas.microsoft.com/office/2007/relationships/media" Target="../media/media-26-12.mp3"/><Relationship Id="rId15" Type="http://schemas.openxmlformats.org/officeDocument/2006/relationships/image" Target="../media/image-6-8.png"/><Relationship Id="rId16" Type="http://schemas.openxmlformats.org/officeDocument/2006/relationships/audio" Target="../media/media-26-15.mp3"/><Relationship Id="rId17" Type="http://schemas.microsoft.com/office/2007/relationships/media" Target="../media/media-26-15.mp3"/><Relationship Id="rId18" Type="http://schemas.openxmlformats.org/officeDocument/2006/relationships/image" Target="../media/image-6-8.png"/><Relationship Id="rId19" Type="http://schemas.openxmlformats.org/officeDocument/2006/relationships/audio" Target="../media/media-26-18.mp3"/><Relationship Id="rId20" Type="http://schemas.microsoft.com/office/2007/relationships/media" Target="../media/media-2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2-5.jpg"/><Relationship Id="rId7" Type="http://schemas.openxmlformats.org/officeDocument/2006/relationships/audio" Target="../media/media-32-6.mp3"/><Relationship Id="rId8" Type="http://schemas.microsoft.com/office/2007/relationships/media" Target="../media/media-32-6.mp3"/><Relationship Id="rId9" Type="http://schemas.openxmlformats.org/officeDocument/2006/relationships/image" Target="../media/image-6-8.png"/><Relationship Id="rId10" Type="http://schemas.openxmlformats.org/officeDocument/2006/relationships/audio" Target="../media/media-32-9.mp3"/><Relationship Id="rId11" Type="http://schemas.microsoft.com/office/2007/relationships/media" Target="../media/media-32-9.mp3"/><Relationship Id="rId12" Type="http://schemas.openxmlformats.org/officeDocument/2006/relationships/image" Target="../media/image-6-8.png"/><Relationship Id="rId13" Type="http://schemas.openxmlformats.org/officeDocument/2006/relationships/audio" Target="../media/media-32-12.mp3"/><Relationship Id="rId14" Type="http://schemas.microsoft.com/office/2007/relationships/media" Target="../media/media-32-12.mp3"/><Relationship Id="rId15" Type="http://schemas.openxmlformats.org/officeDocument/2006/relationships/image" Target="../media/image-6-8.png"/><Relationship Id="rId16" Type="http://schemas.openxmlformats.org/officeDocument/2006/relationships/audio" Target="../media/media-32-15.mp3"/><Relationship Id="rId17" Type="http://schemas.microsoft.com/office/2007/relationships/media" Target="../media/media-32-15.mp3"/><Relationship Id="rId18" Type="http://schemas.openxmlformats.org/officeDocument/2006/relationships/image" Target="../media/image-6-8.png"/><Relationship Id="rId19" Type="http://schemas.openxmlformats.org/officeDocument/2006/relationships/audio" Target="../media/media-32-18.mp3"/><Relationship Id="rId20" Type="http://schemas.microsoft.com/office/2007/relationships/media" Target="../media/media-3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الخامس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٤ – ٨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176022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(١)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٧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رابع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176022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(٢)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٨ – ١٢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خامس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371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176022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(٣)</a:t>
            </a:r>
            <a:endParaRPr lang="en-US" sz="25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١٣ – ١٧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سادس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371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4061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(٤)</a:t>
            </a:r>
            <a:endParaRPr lang="en-US" sz="25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١٨ – ٢٤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س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108960"/>
            <a:ext cx="3429000" cy="13716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4061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0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(٥)</a:t>
            </a:r>
            <a:endParaRPr lang="en-US" sz="25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٢٥ – ٢٨</a:t>
            </a:r>
            <a:endParaRPr lang="en-US" sz="1300" dirty="0"/>
          </a:p>
        </p:txBody>
      </p:sp>
      <p:pic>
        <p:nvPicPr>
          <p:cNvPr id="39" name="Image 10" descr="a/clear.png">
            <a:hlinkClick r:id="rId17" tooltip="الدرس الثامن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108960"/>
            <a:ext cx="3429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الجن (١)  •  الآيات ١ – 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١ – 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5/c/L0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176" y="1188720"/>
            <a:ext cx="6515608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(١)  •  كتاب التلاوة ص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4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891" y="1508760"/>
            <a:ext cx="947516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(١)  •  كتاب التلاوة ص 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4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563" y="1508760"/>
            <a:ext cx="474382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٨ – ١٢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الجن (٢)  •  الآيات ٨ – 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٨ – 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5/c/L0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17156"/>
            <a:ext cx="8183880" cy="547524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(٢)  •  كتاب التلاوة ص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5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816153"/>
            <a:ext cx="10451592" cy="43686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(٢)  •  كتاب التلاوة ص ٢٤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5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6721" y="1508760"/>
            <a:ext cx="487551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١٣ – ١٧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الجن (٣)  •  الآيات ١٣ –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١٣ –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5/c/L0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05" y="1188720"/>
            <a:ext cx="7996750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(٣)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6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199499"/>
            <a:ext cx="10451592" cy="36020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(٣)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6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469672"/>
            <a:ext cx="10451592" cy="30616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(٣)  •  كتاب التلاوة ص 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6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639228"/>
            <a:ext cx="10451592" cy="27225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(٣)  •  كتاب التلاوة ص 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6_q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5532" y="1508760"/>
            <a:ext cx="67778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١٨ – ٢٤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الجن (٤)  •  الآيات ١٨ – ٢٤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١٨ – ٢٤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5/c/L0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82" y="1188720"/>
            <a:ext cx="714899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(٤)  •  كتاب التلاوة ص 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7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163334"/>
            <a:ext cx="10451592" cy="36743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(٤)  •  كتاب التلاوة ص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7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5771" y="1508760"/>
            <a:ext cx="469740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٢٥ – ٢٨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الجن (٥)  •  الآيات ٢٥ –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الجن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٢٥ –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5/c/L0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758772"/>
            <a:ext cx="8183880" cy="439201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(٥)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8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210348"/>
            <a:ext cx="10451592" cy="35803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(٥)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8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721066"/>
            <a:ext cx="10451592" cy="455886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الجن (٥)  •  كتاب التلاوة ص ٣٠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8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5990" y="1508760"/>
            <a:ext cx="505697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الخامس</dc:title>
  <dc:subject>PptxGenJS Presentation</dc:subject>
  <dc:creator>PptxGenJS</dc:creator>
  <cp:lastModifiedBy>PptxGenJS</cp:lastModifiedBy>
  <cp:revision>1</cp:revision>
  <dcterms:created xsi:type="dcterms:W3CDTF">2026-09-29T09:48:59Z</dcterms:created>
  <dcterms:modified xsi:type="dcterms:W3CDTF">2026-09-29T09:48:59Z</dcterms:modified>
</cp:coreProperties>
</file>