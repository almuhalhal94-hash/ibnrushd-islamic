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10.xml"/><Relationship Id="rId11" Type="http://schemas.openxmlformats.org/officeDocument/2006/relationships/slide" Target="slide17.xml"/><Relationship Id="rId14" Type="http://schemas.openxmlformats.org/officeDocument/2006/relationships/slide" Target="slide24.xml"/><Relationship Id="rId17" Type="http://schemas.openxmlformats.org/officeDocument/2006/relationships/slide" Target="slide31.xml"/><Relationship Id="rId20" Type="http://schemas.openxmlformats.org/officeDocument/2006/relationships/slide" Target="slide38.xml"/><Relationship Id="rId23" Type="http://schemas.openxmlformats.org/officeDocument/2006/relationships/slide" Target="slide45.xml"/><Relationship Id="rId26" Type="http://schemas.openxmlformats.org/officeDocument/2006/relationships/slide" Target="slide52.xml"/><Relationship Id="rId29" Type="http://schemas.openxmlformats.org/officeDocument/2006/relationships/slide" Target="slide59.xml"/><Relationship Id="rId32" Type="http://schemas.openxmlformats.org/officeDocument/2006/relationships/slide" Target="slide66.xml"/><Relationship Id="rId35" Type="http://schemas.openxmlformats.org/officeDocument/2006/relationships/slide" Target="slide73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image" Target="../media/image-1-3.png"/><Relationship Id="rId13" Type="http://schemas.openxmlformats.org/officeDocument/2006/relationships/image" Target="../media/image-2-4.png"/><Relationship Id="rId15" Type="http://schemas.openxmlformats.org/officeDocument/2006/relationships/image" Target="../media/image-1-3.png"/><Relationship Id="rId16" Type="http://schemas.openxmlformats.org/officeDocument/2006/relationships/image" Target="../media/image-2-4.png"/><Relationship Id="rId18" Type="http://schemas.openxmlformats.org/officeDocument/2006/relationships/image" Target="../media/image-1-3.png"/><Relationship Id="rId19" Type="http://schemas.openxmlformats.org/officeDocument/2006/relationships/image" Target="../media/image-2-4.png"/><Relationship Id="rId21" Type="http://schemas.openxmlformats.org/officeDocument/2006/relationships/image" Target="../media/image-1-3.png"/><Relationship Id="rId22" Type="http://schemas.openxmlformats.org/officeDocument/2006/relationships/image" Target="../media/image-2-4.png"/><Relationship Id="rId24" Type="http://schemas.openxmlformats.org/officeDocument/2006/relationships/image" Target="../media/image-1-3.png"/><Relationship Id="rId25" Type="http://schemas.openxmlformats.org/officeDocument/2006/relationships/image" Target="../media/image-2-4.png"/><Relationship Id="rId27" Type="http://schemas.openxmlformats.org/officeDocument/2006/relationships/image" Target="../media/image-1-3.png"/><Relationship Id="rId28" Type="http://schemas.openxmlformats.org/officeDocument/2006/relationships/image" Target="../media/image-2-4.png"/><Relationship Id="rId30" Type="http://schemas.openxmlformats.org/officeDocument/2006/relationships/image" Target="../media/image-1-3.png"/><Relationship Id="rId31" Type="http://schemas.openxmlformats.org/officeDocument/2006/relationships/image" Target="../media/image-2-4.png"/><Relationship Id="rId33" Type="http://schemas.openxmlformats.org/officeDocument/2006/relationships/image" Target="../media/image-1-3.png"/><Relationship Id="rId34" Type="http://schemas.openxmlformats.org/officeDocument/2006/relationships/image" Target="../media/image-2-4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3-5.jpg"/><Relationship Id="rId7" Type="http://schemas.openxmlformats.org/officeDocument/2006/relationships/audio" Target="../media/media-13-6.mp3"/><Relationship Id="rId8" Type="http://schemas.microsoft.com/office/2007/relationships/media" Target="../media/media-13-6.mp3"/><Relationship Id="rId9" Type="http://schemas.openxmlformats.org/officeDocument/2006/relationships/image" Target="../media/image-6-8.png"/><Relationship Id="rId10" Type="http://schemas.openxmlformats.org/officeDocument/2006/relationships/audio" Target="../media/media-13-9.mp3"/><Relationship Id="rId11" Type="http://schemas.microsoft.com/office/2007/relationships/media" Target="../media/media-13-9.mp3"/><Relationship Id="rId12" Type="http://schemas.openxmlformats.org/officeDocument/2006/relationships/image" Target="../media/image-6-8.png"/><Relationship Id="rId13" Type="http://schemas.openxmlformats.org/officeDocument/2006/relationships/audio" Target="../media/media-13-12.mp3"/><Relationship Id="rId14" Type="http://schemas.microsoft.com/office/2007/relationships/media" Target="../media/media-13-12.mp3"/><Relationship Id="rId15" Type="http://schemas.openxmlformats.org/officeDocument/2006/relationships/image" Target="../media/image-6-8.png"/><Relationship Id="rId16" Type="http://schemas.openxmlformats.org/officeDocument/2006/relationships/audio" Target="../media/media-13-15.mp3"/><Relationship Id="rId17" Type="http://schemas.microsoft.com/office/2007/relationships/media" Target="../media/media-13-15.mp3"/><Relationship Id="rId18" Type="http://schemas.openxmlformats.org/officeDocument/2006/relationships/image" Target="../media/image-6-8.png"/><Relationship Id="rId19" Type="http://schemas.openxmlformats.org/officeDocument/2006/relationships/audio" Target="../media/media-13-18.mp3"/><Relationship Id="rId20" Type="http://schemas.microsoft.com/office/2007/relationships/media" Target="../media/media-13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0-5.jpg"/><Relationship Id="rId7" Type="http://schemas.openxmlformats.org/officeDocument/2006/relationships/audio" Target="../media/media-20-6.mp3"/><Relationship Id="rId8" Type="http://schemas.microsoft.com/office/2007/relationships/media" Target="../media/media-20-6.mp3"/><Relationship Id="rId9" Type="http://schemas.openxmlformats.org/officeDocument/2006/relationships/image" Target="../media/image-6-8.png"/><Relationship Id="rId10" Type="http://schemas.openxmlformats.org/officeDocument/2006/relationships/audio" Target="../media/media-20-9.mp3"/><Relationship Id="rId11" Type="http://schemas.microsoft.com/office/2007/relationships/media" Target="../media/media-20-9.mp3"/><Relationship Id="rId12" Type="http://schemas.openxmlformats.org/officeDocument/2006/relationships/image" Target="../media/image-6-8.png"/><Relationship Id="rId13" Type="http://schemas.openxmlformats.org/officeDocument/2006/relationships/audio" Target="../media/media-20-12.mp3"/><Relationship Id="rId14" Type="http://schemas.microsoft.com/office/2007/relationships/media" Target="../media/media-20-12.mp3"/><Relationship Id="rId15" Type="http://schemas.openxmlformats.org/officeDocument/2006/relationships/image" Target="../media/image-6-8.png"/><Relationship Id="rId16" Type="http://schemas.openxmlformats.org/officeDocument/2006/relationships/audio" Target="../media/media-20-15.mp3"/><Relationship Id="rId17" Type="http://schemas.microsoft.com/office/2007/relationships/media" Target="../media/media-20-15.mp3"/><Relationship Id="rId18" Type="http://schemas.openxmlformats.org/officeDocument/2006/relationships/image" Target="../media/image-6-8.png"/><Relationship Id="rId19" Type="http://schemas.openxmlformats.org/officeDocument/2006/relationships/audio" Target="../media/media-20-18.mp3"/><Relationship Id="rId20" Type="http://schemas.microsoft.com/office/2007/relationships/media" Target="../media/media-20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7-5.jpg"/><Relationship Id="rId7" Type="http://schemas.openxmlformats.org/officeDocument/2006/relationships/audio" Target="../media/media-27-6.mp3"/><Relationship Id="rId8" Type="http://schemas.microsoft.com/office/2007/relationships/media" Target="../media/media-27-6.mp3"/><Relationship Id="rId9" Type="http://schemas.openxmlformats.org/officeDocument/2006/relationships/image" Target="../media/image-6-8.png"/><Relationship Id="rId10" Type="http://schemas.openxmlformats.org/officeDocument/2006/relationships/audio" Target="../media/media-27-9.mp3"/><Relationship Id="rId11" Type="http://schemas.microsoft.com/office/2007/relationships/media" Target="../media/media-27-9.mp3"/><Relationship Id="rId12" Type="http://schemas.openxmlformats.org/officeDocument/2006/relationships/image" Target="../media/image-6-8.png"/><Relationship Id="rId13" Type="http://schemas.openxmlformats.org/officeDocument/2006/relationships/audio" Target="../media/media-27-12.mp3"/><Relationship Id="rId14" Type="http://schemas.microsoft.com/office/2007/relationships/media" Target="../media/media-27-12.mp3"/><Relationship Id="rId15" Type="http://schemas.openxmlformats.org/officeDocument/2006/relationships/image" Target="../media/image-6-8.png"/><Relationship Id="rId16" Type="http://schemas.openxmlformats.org/officeDocument/2006/relationships/audio" Target="../media/media-27-15.mp3"/><Relationship Id="rId17" Type="http://schemas.microsoft.com/office/2007/relationships/media" Target="../media/media-27-15.mp3"/><Relationship Id="rId18" Type="http://schemas.openxmlformats.org/officeDocument/2006/relationships/image" Target="../media/image-6-8.png"/><Relationship Id="rId19" Type="http://schemas.openxmlformats.org/officeDocument/2006/relationships/audio" Target="../media/media-27-18.mp3"/><Relationship Id="rId20" Type="http://schemas.microsoft.com/office/2007/relationships/media" Target="../media/media-27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4-5.jpg"/><Relationship Id="rId7" Type="http://schemas.openxmlformats.org/officeDocument/2006/relationships/audio" Target="../media/media-34-6.mp3"/><Relationship Id="rId8" Type="http://schemas.microsoft.com/office/2007/relationships/media" Target="../media/media-34-6.mp3"/><Relationship Id="rId9" Type="http://schemas.openxmlformats.org/officeDocument/2006/relationships/image" Target="../media/image-6-8.png"/><Relationship Id="rId10" Type="http://schemas.openxmlformats.org/officeDocument/2006/relationships/audio" Target="../media/media-34-9.mp3"/><Relationship Id="rId11" Type="http://schemas.microsoft.com/office/2007/relationships/media" Target="../media/media-34-9.mp3"/><Relationship Id="rId12" Type="http://schemas.openxmlformats.org/officeDocument/2006/relationships/image" Target="../media/image-6-8.png"/><Relationship Id="rId13" Type="http://schemas.openxmlformats.org/officeDocument/2006/relationships/audio" Target="../media/media-34-12.mp3"/><Relationship Id="rId14" Type="http://schemas.microsoft.com/office/2007/relationships/media" Target="../media/media-34-12.mp3"/><Relationship Id="rId15" Type="http://schemas.openxmlformats.org/officeDocument/2006/relationships/image" Target="../media/image-6-8.png"/><Relationship Id="rId16" Type="http://schemas.openxmlformats.org/officeDocument/2006/relationships/audio" Target="../media/media-34-15.mp3"/><Relationship Id="rId17" Type="http://schemas.microsoft.com/office/2007/relationships/media" Target="../media/media-34-15.mp3"/><Relationship Id="rId18" Type="http://schemas.openxmlformats.org/officeDocument/2006/relationships/image" Target="../media/image-6-8.png"/><Relationship Id="rId19" Type="http://schemas.openxmlformats.org/officeDocument/2006/relationships/audio" Target="../media/media-34-18.mp3"/><Relationship Id="rId20" Type="http://schemas.microsoft.com/office/2007/relationships/media" Target="../media/media-34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1-5.jpg"/><Relationship Id="rId7" Type="http://schemas.openxmlformats.org/officeDocument/2006/relationships/audio" Target="../media/media-41-6.mp3"/><Relationship Id="rId8" Type="http://schemas.microsoft.com/office/2007/relationships/media" Target="../media/media-41-6.mp3"/><Relationship Id="rId9" Type="http://schemas.openxmlformats.org/officeDocument/2006/relationships/image" Target="../media/image-6-8.png"/><Relationship Id="rId10" Type="http://schemas.openxmlformats.org/officeDocument/2006/relationships/audio" Target="../media/media-41-9.mp3"/><Relationship Id="rId11" Type="http://schemas.microsoft.com/office/2007/relationships/media" Target="../media/media-41-9.mp3"/><Relationship Id="rId12" Type="http://schemas.openxmlformats.org/officeDocument/2006/relationships/image" Target="../media/image-6-8.png"/><Relationship Id="rId13" Type="http://schemas.openxmlformats.org/officeDocument/2006/relationships/audio" Target="../media/media-41-12.mp3"/><Relationship Id="rId14" Type="http://schemas.microsoft.com/office/2007/relationships/media" Target="../media/media-41-12.mp3"/><Relationship Id="rId15" Type="http://schemas.openxmlformats.org/officeDocument/2006/relationships/image" Target="../media/image-6-8.png"/><Relationship Id="rId16" Type="http://schemas.openxmlformats.org/officeDocument/2006/relationships/audio" Target="../media/media-41-15.mp3"/><Relationship Id="rId17" Type="http://schemas.microsoft.com/office/2007/relationships/media" Target="../media/media-41-15.mp3"/><Relationship Id="rId18" Type="http://schemas.openxmlformats.org/officeDocument/2006/relationships/image" Target="../media/image-6-8.png"/><Relationship Id="rId19" Type="http://schemas.openxmlformats.org/officeDocument/2006/relationships/audio" Target="../media/media-41-18.mp3"/><Relationship Id="rId20" Type="http://schemas.microsoft.com/office/2007/relationships/media" Target="../media/media-41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8-5.jpg"/><Relationship Id="rId7" Type="http://schemas.openxmlformats.org/officeDocument/2006/relationships/audio" Target="../media/media-48-6.mp3"/><Relationship Id="rId8" Type="http://schemas.microsoft.com/office/2007/relationships/media" Target="../media/media-48-6.mp3"/><Relationship Id="rId9" Type="http://schemas.openxmlformats.org/officeDocument/2006/relationships/image" Target="../media/image-6-8.png"/><Relationship Id="rId10" Type="http://schemas.openxmlformats.org/officeDocument/2006/relationships/audio" Target="../media/media-48-9.mp3"/><Relationship Id="rId11" Type="http://schemas.microsoft.com/office/2007/relationships/media" Target="../media/media-48-9.mp3"/><Relationship Id="rId12" Type="http://schemas.openxmlformats.org/officeDocument/2006/relationships/image" Target="../media/image-6-8.png"/><Relationship Id="rId13" Type="http://schemas.openxmlformats.org/officeDocument/2006/relationships/audio" Target="../media/media-48-12.mp3"/><Relationship Id="rId14" Type="http://schemas.microsoft.com/office/2007/relationships/media" Target="../media/media-48-12.mp3"/><Relationship Id="rId15" Type="http://schemas.openxmlformats.org/officeDocument/2006/relationships/image" Target="../media/image-6-8.png"/><Relationship Id="rId16" Type="http://schemas.openxmlformats.org/officeDocument/2006/relationships/audio" Target="../media/media-48-15.mp3"/><Relationship Id="rId17" Type="http://schemas.microsoft.com/office/2007/relationships/media" Target="../media/media-48-15.mp3"/><Relationship Id="rId18" Type="http://schemas.openxmlformats.org/officeDocument/2006/relationships/image" Target="../media/image-6-8.png"/><Relationship Id="rId19" Type="http://schemas.openxmlformats.org/officeDocument/2006/relationships/audio" Target="../media/media-48-18.mp3"/><Relationship Id="rId20" Type="http://schemas.microsoft.com/office/2007/relationships/media" Target="../media/media-48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5-5.jpg"/><Relationship Id="rId7" Type="http://schemas.openxmlformats.org/officeDocument/2006/relationships/audio" Target="../media/media-55-6.mp3"/><Relationship Id="rId8" Type="http://schemas.microsoft.com/office/2007/relationships/media" Target="../media/media-55-6.mp3"/><Relationship Id="rId9" Type="http://schemas.openxmlformats.org/officeDocument/2006/relationships/image" Target="../media/image-6-8.png"/><Relationship Id="rId10" Type="http://schemas.openxmlformats.org/officeDocument/2006/relationships/audio" Target="../media/media-55-9.mp3"/><Relationship Id="rId11" Type="http://schemas.microsoft.com/office/2007/relationships/media" Target="../media/media-55-9.mp3"/><Relationship Id="rId12" Type="http://schemas.openxmlformats.org/officeDocument/2006/relationships/image" Target="../media/image-6-8.png"/><Relationship Id="rId13" Type="http://schemas.openxmlformats.org/officeDocument/2006/relationships/audio" Target="../media/media-55-12.mp3"/><Relationship Id="rId14" Type="http://schemas.microsoft.com/office/2007/relationships/media" Target="../media/media-55-12.mp3"/><Relationship Id="rId15" Type="http://schemas.openxmlformats.org/officeDocument/2006/relationships/image" Target="../media/image-6-8.png"/><Relationship Id="rId16" Type="http://schemas.openxmlformats.org/officeDocument/2006/relationships/audio" Target="../media/media-55-15.mp3"/><Relationship Id="rId17" Type="http://schemas.microsoft.com/office/2007/relationships/media" Target="../media/media-55-15.mp3"/><Relationship Id="rId18" Type="http://schemas.openxmlformats.org/officeDocument/2006/relationships/image" Target="../media/image-6-8.png"/><Relationship Id="rId19" Type="http://schemas.openxmlformats.org/officeDocument/2006/relationships/audio" Target="../media/media-55-18.mp3"/><Relationship Id="rId20" Type="http://schemas.microsoft.com/office/2007/relationships/media" Target="../media/media-55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2-5.jpg"/><Relationship Id="rId7" Type="http://schemas.openxmlformats.org/officeDocument/2006/relationships/audio" Target="../media/media-62-6.mp3"/><Relationship Id="rId8" Type="http://schemas.microsoft.com/office/2007/relationships/media" Target="../media/media-62-6.mp3"/><Relationship Id="rId9" Type="http://schemas.openxmlformats.org/officeDocument/2006/relationships/image" Target="../media/image-6-8.png"/><Relationship Id="rId10" Type="http://schemas.openxmlformats.org/officeDocument/2006/relationships/audio" Target="../media/media-62-9.mp3"/><Relationship Id="rId11" Type="http://schemas.microsoft.com/office/2007/relationships/media" Target="../media/media-62-9.mp3"/><Relationship Id="rId12" Type="http://schemas.openxmlformats.org/officeDocument/2006/relationships/image" Target="../media/image-6-8.png"/><Relationship Id="rId13" Type="http://schemas.openxmlformats.org/officeDocument/2006/relationships/audio" Target="../media/media-62-12.mp3"/><Relationship Id="rId14" Type="http://schemas.microsoft.com/office/2007/relationships/media" Target="../media/media-62-12.mp3"/><Relationship Id="rId15" Type="http://schemas.openxmlformats.org/officeDocument/2006/relationships/image" Target="../media/image-6-8.png"/><Relationship Id="rId16" Type="http://schemas.openxmlformats.org/officeDocument/2006/relationships/audio" Target="../media/media-62-15.mp3"/><Relationship Id="rId17" Type="http://schemas.microsoft.com/office/2007/relationships/media" Target="../media/media-62-15.mp3"/><Relationship Id="rId18" Type="http://schemas.openxmlformats.org/officeDocument/2006/relationships/image" Target="../media/image-6-8.png"/><Relationship Id="rId19" Type="http://schemas.openxmlformats.org/officeDocument/2006/relationships/audio" Target="../media/media-62-18.mp3"/><Relationship Id="rId20" Type="http://schemas.microsoft.com/office/2007/relationships/media" Target="../media/media-62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9-5.jpg"/><Relationship Id="rId7" Type="http://schemas.openxmlformats.org/officeDocument/2006/relationships/audio" Target="../media/media-69-6.mp3"/><Relationship Id="rId8" Type="http://schemas.microsoft.com/office/2007/relationships/media" Target="../media/media-69-6.mp3"/><Relationship Id="rId9" Type="http://schemas.openxmlformats.org/officeDocument/2006/relationships/image" Target="../media/image-6-8.png"/><Relationship Id="rId10" Type="http://schemas.openxmlformats.org/officeDocument/2006/relationships/audio" Target="../media/media-69-9.mp3"/><Relationship Id="rId11" Type="http://schemas.microsoft.com/office/2007/relationships/media" Target="../media/media-69-9.mp3"/><Relationship Id="rId12" Type="http://schemas.openxmlformats.org/officeDocument/2006/relationships/image" Target="../media/image-6-8.png"/><Relationship Id="rId13" Type="http://schemas.openxmlformats.org/officeDocument/2006/relationships/audio" Target="../media/media-69-12.mp3"/><Relationship Id="rId14" Type="http://schemas.microsoft.com/office/2007/relationships/media" Target="../media/media-69-12.mp3"/><Relationship Id="rId15" Type="http://schemas.openxmlformats.org/officeDocument/2006/relationships/image" Target="../media/image-6-8.png"/><Relationship Id="rId16" Type="http://schemas.openxmlformats.org/officeDocument/2006/relationships/audio" Target="../media/media-69-15.mp3"/><Relationship Id="rId17" Type="http://schemas.microsoft.com/office/2007/relationships/media" Target="../media/media-69-15.mp3"/><Relationship Id="rId18" Type="http://schemas.openxmlformats.org/officeDocument/2006/relationships/image" Target="../media/image-6-8.png"/><Relationship Id="rId19" Type="http://schemas.openxmlformats.org/officeDocument/2006/relationships/audio" Target="../media/media-69-18.mp3"/><Relationship Id="rId20" Type="http://schemas.microsoft.com/office/2007/relationships/media" Target="../media/media-69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6-5.jpg"/><Relationship Id="rId7" Type="http://schemas.openxmlformats.org/officeDocument/2006/relationships/audio" Target="../media/media-76-6.mp3"/><Relationship Id="rId8" Type="http://schemas.microsoft.com/office/2007/relationships/media" Target="../media/media-76-6.mp3"/><Relationship Id="rId9" Type="http://schemas.openxmlformats.org/officeDocument/2006/relationships/image" Target="../media/image-6-8.png"/><Relationship Id="rId10" Type="http://schemas.openxmlformats.org/officeDocument/2006/relationships/audio" Target="../media/media-76-9.mp3"/><Relationship Id="rId11" Type="http://schemas.microsoft.com/office/2007/relationships/media" Target="../media/media-76-9.mp3"/><Relationship Id="rId12" Type="http://schemas.openxmlformats.org/officeDocument/2006/relationships/image" Target="../media/image-6-8.png"/><Relationship Id="rId13" Type="http://schemas.openxmlformats.org/officeDocument/2006/relationships/audio" Target="../media/media-76-12.mp3"/><Relationship Id="rId14" Type="http://schemas.microsoft.com/office/2007/relationships/media" Target="../media/media-76-12.mp3"/><Relationship Id="rId15" Type="http://schemas.openxmlformats.org/officeDocument/2006/relationships/image" Target="../media/image-6-8.png"/><Relationship Id="rId16" Type="http://schemas.openxmlformats.org/officeDocument/2006/relationships/audio" Target="../media/media-76-15.mp3"/><Relationship Id="rId17" Type="http://schemas.microsoft.com/office/2007/relationships/media" Target="../media/media-76-15.mp3"/><Relationship Id="rId18" Type="http://schemas.openxmlformats.org/officeDocument/2006/relationships/image" Target="../media/image-6-8.png"/><Relationship Id="rId19" Type="http://schemas.openxmlformats.org/officeDocument/2006/relationships/audio" Target="../media/media-76-18.mp3"/><Relationship Id="rId20" Type="http://schemas.microsoft.com/office/2007/relationships/media" Target="../media/media-7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التكاثر • سورة البيّنة • سورة العلق • سورة التين …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الثاني الابتدائي – الفصل الدراسي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١ – ١١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754880" y="3200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754880" y="914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46304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140" y="1691640"/>
            <a:ext cx="658368" cy="6583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71814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56716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183489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التكاثر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22162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٨</a:t>
            </a:r>
            <a:endParaRPr lang="en-US" sz="1300" dirty="0"/>
          </a:p>
        </p:txBody>
      </p:sp>
      <p:pic>
        <p:nvPicPr>
          <p:cNvPr id="11" name="Image 2" descr="a/clear.png">
            <a:hlinkClick r:id="rId5" tooltip="الدرس الأول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463040"/>
            <a:ext cx="3429000" cy="111556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46304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9100" y="1691640"/>
            <a:ext cx="658368" cy="6583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6910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56716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183489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البيّنة (١)</a:t>
            </a:r>
            <a:endParaRPr lang="en-US" sz="22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22162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٥</a:t>
            </a:r>
            <a:endParaRPr lang="en-US" sz="1300" dirty="0"/>
          </a:p>
        </p:txBody>
      </p:sp>
      <p:pic>
        <p:nvPicPr>
          <p:cNvPr id="18" name="Image 4" descr="a/clear.png">
            <a:hlinkClick r:id="rId8" tooltip="الدرس الثاني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463040"/>
            <a:ext cx="3429000" cy="1115568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46304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0060" y="1691640"/>
            <a:ext cx="658368" cy="65836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22006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0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56716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183489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البيّنة (٢)</a:t>
            </a:r>
            <a:endParaRPr lang="en-US" sz="22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22162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٦ – ٨</a:t>
            </a:r>
            <a:endParaRPr lang="en-US" sz="1300" dirty="0"/>
          </a:p>
        </p:txBody>
      </p:sp>
      <p:pic>
        <p:nvPicPr>
          <p:cNvPr id="25" name="Image 6" descr="a/clear.png">
            <a:hlinkClick r:id="rId11" tooltip="الدرس الثالث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463040"/>
            <a:ext cx="3429000" cy="1115568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30388" y="274320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7" descr="a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18140" y="2971800"/>
            <a:ext cx="658368" cy="658368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718140" y="2971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000" dirty="0"/>
          </a:p>
        </p:txBody>
      </p:sp>
      <p:sp>
        <p:nvSpPr>
          <p:cNvPr id="29" name="Text 19"/>
          <p:cNvSpPr txBox="1"/>
          <p:nvPr/>
        </p:nvSpPr>
        <p:spPr>
          <a:xfrm>
            <a:off x="8267548" y="284732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8267548" y="311505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العلق (١)</a:t>
            </a:r>
            <a:endParaRPr lang="en-US" sz="2200" dirty="0"/>
          </a:p>
        </p:txBody>
      </p:sp>
      <p:sp>
        <p:nvSpPr>
          <p:cNvPr id="31" name="Text 21"/>
          <p:cNvSpPr txBox="1"/>
          <p:nvPr/>
        </p:nvSpPr>
        <p:spPr>
          <a:xfrm>
            <a:off x="8267548" y="350178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٨</a:t>
            </a:r>
            <a:endParaRPr lang="en-US" sz="1300" dirty="0"/>
          </a:p>
        </p:txBody>
      </p:sp>
      <p:pic>
        <p:nvPicPr>
          <p:cNvPr id="32" name="Image 8" descr="a/clear.png">
            <a:hlinkClick r:id="rId14" tooltip="الدرس الرابع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388" y="2743200"/>
            <a:ext cx="3429000" cy="1115568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381348" y="274320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9" descr="a/st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9100" y="2971800"/>
            <a:ext cx="658368" cy="658368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969100" y="2971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000" dirty="0"/>
          </a:p>
        </p:txBody>
      </p:sp>
      <p:sp>
        <p:nvSpPr>
          <p:cNvPr id="36" name="Text 24"/>
          <p:cNvSpPr txBox="1"/>
          <p:nvPr/>
        </p:nvSpPr>
        <p:spPr>
          <a:xfrm>
            <a:off x="4518508" y="284732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300" dirty="0"/>
          </a:p>
        </p:txBody>
      </p:sp>
      <p:sp>
        <p:nvSpPr>
          <p:cNvPr id="37" name="Text 25"/>
          <p:cNvSpPr txBox="1"/>
          <p:nvPr/>
        </p:nvSpPr>
        <p:spPr>
          <a:xfrm>
            <a:off x="4518508" y="311505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العلق (٢)</a:t>
            </a:r>
            <a:endParaRPr lang="en-US" sz="2200" dirty="0"/>
          </a:p>
        </p:txBody>
      </p:sp>
      <p:sp>
        <p:nvSpPr>
          <p:cNvPr id="38" name="Text 26"/>
          <p:cNvSpPr txBox="1"/>
          <p:nvPr/>
        </p:nvSpPr>
        <p:spPr>
          <a:xfrm>
            <a:off x="4518508" y="350178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٩ – ١٩</a:t>
            </a:r>
            <a:endParaRPr lang="en-US" sz="1300" dirty="0"/>
          </a:p>
        </p:txBody>
      </p:sp>
      <p:pic>
        <p:nvPicPr>
          <p:cNvPr id="39" name="Image 10" descr="a/clear.png">
            <a:hlinkClick r:id="rId17" tooltip="الدرس الخامس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348" y="2743200"/>
            <a:ext cx="3429000" cy="1115568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632308" y="274320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1" name="Image 11" descr="a/sta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20060" y="2971800"/>
            <a:ext cx="658368" cy="65836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3220060" y="2971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000" dirty="0"/>
          </a:p>
        </p:txBody>
      </p:sp>
      <p:sp>
        <p:nvSpPr>
          <p:cNvPr id="43" name="Text 29"/>
          <p:cNvSpPr txBox="1"/>
          <p:nvPr/>
        </p:nvSpPr>
        <p:spPr>
          <a:xfrm>
            <a:off x="769468" y="284732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300" dirty="0"/>
          </a:p>
        </p:txBody>
      </p:sp>
      <p:sp>
        <p:nvSpPr>
          <p:cNvPr id="44" name="Text 30"/>
          <p:cNvSpPr txBox="1"/>
          <p:nvPr/>
        </p:nvSpPr>
        <p:spPr>
          <a:xfrm>
            <a:off x="769468" y="311505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التين</a:t>
            </a:r>
            <a:endParaRPr lang="en-US" sz="2200" dirty="0"/>
          </a:p>
        </p:txBody>
      </p:sp>
      <p:sp>
        <p:nvSpPr>
          <p:cNvPr id="45" name="Text 31"/>
          <p:cNvSpPr txBox="1"/>
          <p:nvPr/>
        </p:nvSpPr>
        <p:spPr>
          <a:xfrm>
            <a:off x="769468" y="350178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٨</a:t>
            </a:r>
            <a:endParaRPr lang="en-US" sz="1300" dirty="0"/>
          </a:p>
        </p:txBody>
      </p:sp>
      <p:pic>
        <p:nvPicPr>
          <p:cNvPr id="46" name="Image 12" descr="a/clear.png">
            <a:hlinkClick r:id="rId20" tooltip="الدرس السادس" action="ppaction://hlinksldjump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308" y="2743200"/>
            <a:ext cx="3429000" cy="1115568"/>
          </a:xfrm>
          <a:prstGeom prst="rect">
            <a:avLst/>
          </a:prstGeom>
        </p:spPr>
      </p:pic>
      <p:sp>
        <p:nvSpPr>
          <p:cNvPr id="47" name="Shape 32"/>
          <p:cNvSpPr/>
          <p:nvPr/>
        </p:nvSpPr>
        <p:spPr>
          <a:xfrm>
            <a:off x="8130388" y="402336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8" name="Image 13" descr="a/sta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18140" y="4251960"/>
            <a:ext cx="658368" cy="658368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10718140" y="4251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000" dirty="0"/>
          </a:p>
        </p:txBody>
      </p:sp>
      <p:sp>
        <p:nvSpPr>
          <p:cNvPr id="50" name="Text 34"/>
          <p:cNvSpPr txBox="1"/>
          <p:nvPr/>
        </p:nvSpPr>
        <p:spPr>
          <a:xfrm>
            <a:off x="8267548" y="412748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300" dirty="0"/>
          </a:p>
        </p:txBody>
      </p:sp>
      <p:sp>
        <p:nvSpPr>
          <p:cNvPr id="51" name="Text 35"/>
          <p:cNvSpPr txBox="1"/>
          <p:nvPr/>
        </p:nvSpPr>
        <p:spPr>
          <a:xfrm>
            <a:off x="8267548" y="439521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الليل (١)</a:t>
            </a:r>
            <a:endParaRPr lang="en-US" sz="2200" dirty="0"/>
          </a:p>
        </p:txBody>
      </p:sp>
      <p:sp>
        <p:nvSpPr>
          <p:cNvPr id="52" name="Text 36"/>
          <p:cNvSpPr txBox="1"/>
          <p:nvPr/>
        </p:nvSpPr>
        <p:spPr>
          <a:xfrm>
            <a:off x="8267548" y="478194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١١</a:t>
            </a:r>
            <a:endParaRPr lang="en-US" sz="1300" dirty="0"/>
          </a:p>
        </p:txBody>
      </p:sp>
      <p:pic>
        <p:nvPicPr>
          <p:cNvPr id="53" name="Image 14" descr="a/clear.png">
            <a:hlinkClick r:id="rId23" tooltip="الدرس السابع" action="ppaction://hlinksldjump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30388" y="4023360"/>
            <a:ext cx="3429000" cy="1115568"/>
          </a:xfrm>
          <a:prstGeom prst="rect">
            <a:avLst/>
          </a:prstGeom>
        </p:spPr>
      </p:pic>
      <p:sp>
        <p:nvSpPr>
          <p:cNvPr id="54" name="Shape 37"/>
          <p:cNvSpPr/>
          <p:nvPr/>
        </p:nvSpPr>
        <p:spPr>
          <a:xfrm>
            <a:off x="4381348" y="402336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55" name="Image 15" descr="a/star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69100" y="4251960"/>
            <a:ext cx="658368" cy="658368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6969100" y="4251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000" dirty="0"/>
          </a:p>
        </p:txBody>
      </p:sp>
      <p:sp>
        <p:nvSpPr>
          <p:cNvPr id="57" name="Text 39"/>
          <p:cNvSpPr txBox="1"/>
          <p:nvPr/>
        </p:nvSpPr>
        <p:spPr>
          <a:xfrm>
            <a:off x="4518508" y="412748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300" dirty="0"/>
          </a:p>
        </p:txBody>
      </p:sp>
      <p:sp>
        <p:nvSpPr>
          <p:cNvPr id="58" name="Text 40"/>
          <p:cNvSpPr txBox="1"/>
          <p:nvPr/>
        </p:nvSpPr>
        <p:spPr>
          <a:xfrm>
            <a:off x="4518508" y="439521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الليل (٢)</a:t>
            </a:r>
            <a:endParaRPr lang="en-US" sz="2200" dirty="0"/>
          </a:p>
        </p:txBody>
      </p:sp>
      <p:sp>
        <p:nvSpPr>
          <p:cNvPr id="59" name="Text 41"/>
          <p:cNvSpPr txBox="1"/>
          <p:nvPr/>
        </p:nvSpPr>
        <p:spPr>
          <a:xfrm>
            <a:off x="4518508" y="478194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١٢ – ٢١</a:t>
            </a:r>
            <a:endParaRPr lang="en-US" sz="1300" dirty="0"/>
          </a:p>
        </p:txBody>
      </p:sp>
      <p:pic>
        <p:nvPicPr>
          <p:cNvPr id="60" name="Image 16" descr="a/clear.png">
            <a:hlinkClick r:id="rId26" tooltip="الدرس الثامن" action="ppaction://hlinksldjump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81348" y="4023360"/>
            <a:ext cx="3429000" cy="1115568"/>
          </a:xfrm>
          <a:prstGeom prst="rect">
            <a:avLst/>
          </a:prstGeom>
        </p:spPr>
      </p:pic>
      <p:sp>
        <p:nvSpPr>
          <p:cNvPr id="61" name="Shape 42"/>
          <p:cNvSpPr/>
          <p:nvPr/>
        </p:nvSpPr>
        <p:spPr>
          <a:xfrm>
            <a:off x="632308" y="402336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2" name="Image 17" descr="a/star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20060" y="4251960"/>
            <a:ext cx="658368" cy="658368"/>
          </a:xfrm>
          <a:prstGeom prst="rect">
            <a:avLst/>
          </a:prstGeom>
        </p:spPr>
      </p:pic>
      <p:sp>
        <p:nvSpPr>
          <p:cNvPr id="63" name="Text 43"/>
          <p:cNvSpPr txBox="1"/>
          <p:nvPr/>
        </p:nvSpPr>
        <p:spPr>
          <a:xfrm>
            <a:off x="3220060" y="4251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000" dirty="0"/>
          </a:p>
        </p:txBody>
      </p:sp>
      <p:sp>
        <p:nvSpPr>
          <p:cNvPr id="64" name="Text 44"/>
          <p:cNvSpPr txBox="1"/>
          <p:nvPr/>
        </p:nvSpPr>
        <p:spPr>
          <a:xfrm>
            <a:off x="769468" y="412748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</a:t>
            </a:r>
            <a:endParaRPr lang="en-US" sz="1300" dirty="0"/>
          </a:p>
        </p:txBody>
      </p:sp>
      <p:sp>
        <p:nvSpPr>
          <p:cNvPr id="65" name="Text 45"/>
          <p:cNvSpPr txBox="1"/>
          <p:nvPr/>
        </p:nvSpPr>
        <p:spPr>
          <a:xfrm>
            <a:off x="769468" y="439521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الفجر (١)</a:t>
            </a:r>
            <a:endParaRPr lang="en-US" sz="2200" dirty="0"/>
          </a:p>
        </p:txBody>
      </p:sp>
      <p:sp>
        <p:nvSpPr>
          <p:cNvPr id="66" name="Text 46"/>
          <p:cNvSpPr txBox="1"/>
          <p:nvPr/>
        </p:nvSpPr>
        <p:spPr>
          <a:xfrm>
            <a:off x="769468" y="478194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١٤</a:t>
            </a:r>
            <a:endParaRPr lang="en-US" sz="1300" dirty="0"/>
          </a:p>
        </p:txBody>
      </p:sp>
      <p:pic>
        <p:nvPicPr>
          <p:cNvPr id="67" name="Image 18" descr="a/clear.png">
            <a:hlinkClick r:id="rId29" tooltip="الدرس التاسع" action="ppaction://hlinksldjump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2308" y="4023360"/>
            <a:ext cx="3429000" cy="1115568"/>
          </a:xfrm>
          <a:prstGeom prst="rect">
            <a:avLst/>
          </a:prstGeom>
        </p:spPr>
      </p:pic>
      <p:sp>
        <p:nvSpPr>
          <p:cNvPr id="68" name="Shape 47"/>
          <p:cNvSpPr/>
          <p:nvPr/>
        </p:nvSpPr>
        <p:spPr>
          <a:xfrm>
            <a:off x="8130388" y="530352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9" name="Image 19" descr="a/star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718140" y="5532120"/>
            <a:ext cx="658368" cy="658368"/>
          </a:xfrm>
          <a:prstGeom prst="rect">
            <a:avLst/>
          </a:prstGeom>
        </p:spPr>
      </p:pic>
      <p:sp>
        <p:nvSpPr>
          <p:cNvPr id="70" name="Text 48"/>
          <p:cNvSpPr txBox="1"/>
          <p:nvPr/>
        </p:nvSpPr>
        <p:spPr>
          <a:xfrm>
            <a:off x="10718140" y="5532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000" dirty="0"/>
          </a:p>
        </p:txBody>
      </p:sp>
      <p:sp>
        <p:nvSpPr>
          <p:cNvPr id="71" name="Text 49"/>
          <p:cNvSpPr txBox="1"/>
          <p:nvPr/>
        </p:nvSpPr>
        <p:spPr>
          <a:xfrm>
            <a:off x="8267548" y="540764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</a:t>
            </a:r>
            <a:endParaRPr lang="en-US" sz="1300" dirty="0"/>
          </a:p>
        </p:txBody>
      </p:sp>
      <p:sp>
        <p:nvSpPr>
          <p:cNvPr id="72" name="Text 50"/>
          <p:cNvSpPr txBox="1"/>
          <p:nvPr/>
        </p:nvSpPr>
        <p:spPr>
          <a:xfrm>
            <a:off x="8267548" y="567537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الفجر (٢)</a:t>
            </a:r>
            <a:endParaRPr lang="en-US" sz="2200" dirty="0"/>
          </a:p>
        </p:txBody>
      </p:sp>
      <p:sp>
        <p:nvSpPr>
          <p:cNvPr id="73" name="Text 51"/>
          <p:cNvSpPr txBox="1"/>
          <p:nvPr/>
        </p:nvSpPr>
        <p:spPr>
          <a:xfrm>
            <a:off x="8267548" y="606210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١٥ – ٢٠</a:t>
            </a:r>
            <a:endParaRPr lang="en-US" sz="1300" dirty="0"/>
          </a:p>
        </p:txBody>
      </p:sp>
      <p:pic>
        <p:nvPicPr>
          <p:cNvPr id="74" name="Image 20" descr="a/clear.png">
            <a:hlinkClick r:id="rId32" tooltip="الدرس العاشر" action="ppaction://hlinksldjump"/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30388" y="5303520"/>
            <a:ext cx="3429000" cy="1115568"/>
          </a:xfrm>
          <a:prstGeom prst="rect">
            <a:avLst/>
          </a:prstGeom>
        </p:spPr>
      </p:pic>
      <p:sp>
        <p:nvSpPr>
          <p:cNvPr id="75" name="Shape 52"/>
          <p:cNvSpPr/>
          <p:nvPr/>
        </p:nvSpPr>
        <p:spPr>
          <a:xfrm>
            <a:off x="4381348" y="530352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76" name="Image 21" descr="a/star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969100" y="5532120"/>
            <a:ext cx="658368" cy="658368"/>
          </a:xfrm>
          <a:prstGeom prst="rect">
            <a:avLst/>
          </a:prstGeom>
        </p:spPr>
      </p:pic>
      <p:sp>
        <p:nvSpPr>
          <p:cNvPr id="77" name="Text 53"/>
          <p:cNvSpPr txBox="1"/>
          <p:nvPr/>
        </p:nvSpPr>
        <p:spPr>
          <a:xfrm>
            <a:off x="6969100" y="5532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000" dirty="0"/>
          </a:p>
        </p:txBody>
      </p:sp>
      <p:sp>
        <p:nvSpPr>
          <p:cNvPr id="78" name="Text 54"/>
          <p:cNvSpPr txBox="1"/>
          <p:nvPr/>
        </p:nvSpPr>
        <p:spPr>
          <a:xfrm>
            <a:off x="4518508" y="540764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</a:t>
            </a:r>
            <a:endParaRPr lang="en-US" sz="1300" dirty="0"/>
          </a:p>
        </p:txBody>
      </p:sp>
      <p:sp>
        <p:nvSpPr>
          <p:cNvPr id="79" name="Text 55"/>
          <p:cNvSpPr txBox="1"/>
          <p:nvPr/>
        </p:nvSpPr>
        <p:spPr>
          <a:xfrm>
            <a:off x="4518508" y="567537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الفجر (٣)</a:t>
            </a:r>
            <a:endParaRPr lang="en-US" sz="2200" dirty="0"/>
          </a:p>
        </p:txBody>
      </p:sp>
      <p:sp>
        <p:nvSpPr>
          <p:cNvPr id="80" name="Text 56"/>
          <p:cNvSpPr txBox="1"/>
          <p:nvPr/>
        </p:nvSpPr>
        <p:spPr>
          <a:xfrm>
            <a:off x="4518508" y="606210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٢١ – ٣٠</a:t>
            </a:r>
            <a:endParaRPr lang="en-US" sz="1300" dirty="0"/>
          </a:p>
        </p:txBody>
      </p:sp>
      <p:pic>
        <p:nvPicPr>
          <p:cNvPr id="81" name="Image 22" descr="a/clear.png">
            <a:hlinkClick r:id="rId35" tooltip="الدرس الحادي عشر" action="ppaction://hlinksldjump"/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381348" y="5303520"/>
            <a:ext cx="3429000" cy="1115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الأول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التكاثر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٨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«خَيْرُكُمْ مَنْ تَعَلَّمَ الْقُرْآنَ وَعَلَّمَهُ»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البخاري)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سورة التكاثر  •  الآيات ١ – 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التكاثر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 – 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01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919849"/>
            <a:ext cx="8183880" cy="406986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التكاثر  •  كتاب التلاوة ص ١٢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1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4486" y="1508760"/>
            <a:ext cx="637998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التكاثر  •  كتاب التلاوة ص ١٣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1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7687" y="1508760"/>
            <a:ext cx="739357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التكاثر  •  كتاب التلاوة ص ١٣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1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6386" y="1508760"/>
            <a:ext cx="769617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الثاني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البيّنة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٥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«اقْرَءُوا الْقُرْآنَ؛ فَإِنَّهُ يَأْتِي يَوْمَ الْقِيَامَةِ شَفِيعًا لِأَصْحَابِهِ»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سورة البيّنة (١)  •  الآيات ١ – 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البيّنة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الآيات ١ – 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02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434116"/>
            <a:ext cx="8183880" cy="5041329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البيّنة (١)  •  كتاب التلاوة ص ١٤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2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3731" y="1508760"/>
            <a:ext cx="672149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البيّنة (١)  •  كتاب التلاوة ص ١٥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2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7687" y="1508760"/>
            <a:ext cx="739357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البيّنة (١)  •  كتاب التلاوة ص ١٥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2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0508" y="1508760"/>
            <a:ext cx="796793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الثالث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البيّنة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٦ – ٨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«مَنْ قَرَأَ حَرْفًا مِنْ كِتَابِ اللَّهِ فَلَهُ بِهِ حَسَنَةٌ، وَالْحَسَنَةُ بِعَشْرِ أَمْثَالِهَا، لَا أَقُولُ الم حَرْفٌ، وَلَكِنْ أَلِفٌ حَرْفٌ، وَلَامٌ حَرْفٌ، وَمِيمٌ حَرْفٌ»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سورة البيّنة (٢)  •  الآيات ٦ – 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البيّنة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٦ – 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03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511391"/>
            <a:ext cx="8183880" cy="488677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البيّنة (٢)  •  كتاب التلاوة ص ١٦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3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0368" y="1508760"/>
            <a:ext cx="782821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البيّنة (٢)  •  كتاب التلاوة ص ١٧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3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7687" y="1508760"/>
            <a:ext cx="739357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البيّنة (٢)  •  كتاب التلاوة ص ١٧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3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2553" y="1508760"/>
            <a:ext cx="8283846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الرابع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العلق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٨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«الْمَاهِرُ بِالْقُرْآنِ مَعَ السَّفَرَةِ الْكِرَامِ الْبَرَرَةِ، وَالَّذِي يَقْرَأُ الْقُرْآنَ وَيَتَتَعْتَعُ فِيهِ وَهُوَ عَلَيْهِ شَاقٌّ لَهُ أَجْرَانِ»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عليه، واللفظ لمسلم)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سورة العلق (١)  •  الآيات ١ – 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العلق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١ – 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04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706421"/>
            <a:ext cx="8183880" cy="449671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العلق (١)  •  كتاب التلاوة ص 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4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4936" y="1508760"/>
            <a:ext cx="617908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العلق (١)  •  كتاب التلاوة ص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4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8618" y="1508760"/>
            <a:ext cx="751171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العلق (١)  •  كتاب التلاوة ص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4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0139" y="1508760"/>
            <a:ext cx="812867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الخامس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العلق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٩ – ١٩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«يُقَالُ لِصَاحِبِ الْقُرْآنِ: اقْرَأْ وَارْتَقِ وَرَتِّلْ كَمَا كُنْتَ تُرَتِّلُ فِي الدُّنْيَا؛ فَإِنَّ مَنْزِلَكَ عِنْدَ آخِرِ آيَةٍ تَقْرَؤُهَا»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أبو داود والترمذي)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سورة العلق (٢)  •  الآيات ٩ –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العلق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٩ –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05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662263"/>
            <a:ext cx="8183880" cy="458503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العلق (٢)  •  كتاب التلاوة ص ٢٠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5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1001" y="1508760"/>
            <a:ext cx="762695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العلق (٢)  •  كتاب التلاوة ص ٢١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5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9511" y="1508760"/>
            <a:ext cx="788992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العلق (٢)  •  كتاب التلاوة ص ٢١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5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3458" y="1508760"/>
            <a:ext cx="7462036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السادس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التين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٨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 اللَّهَ يَرْفَعُ بِهَذَا الْكِتَابِ أَقْوَامًا، وَيَضَعُ بِهِ آخَرِينَ»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سورة التين  •  الآيات ١ – 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التين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١ – 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06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548189"/>
            <a:ext cx="8183880" cy="481318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التين  •  كتاب التلاوة ص ٢٢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6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1532" y="1508760"/>
            <a:ext cx="678588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التين  •  كتاب التلاوة ص ٢٣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6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2787" y="1508760"/>
            <a:ext cx="762337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التين  •  كتاب التلاوة ص ٢٣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6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2787" y="1508760"/>
            <a:ext cx="762337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الليل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١١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«مَا اجْتَمَعَ قَوْمٌ فِي بَيْتٍ مِنْ بُيُوتِ اللَّهِ يَتْلُونَ كِتَابَ اللَّهِ وَيَتَدَارَسُونَهُ بَيْنَهُمْ، إِلَّا نَزَلَتْ عَلَيْهِمُ السَّكِينَةُ، وَغَشِيَتْهُمُ الرَّحْمَةُ، وَحَفَّتْهُمُ الْمَلَائِكَةُ، وَذَكَرَهُمُ اللَّهُ فِيمَنْ عِنْدَهُ»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سورة الليل (١)  •  الآيات ١ – ١١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الليل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١ – ١١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07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478273"/>
            <a:ext cx="8183880" cy="495301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الليل (١)  •  كتاب التلاوة ص ٢٤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7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3468" y="1508760"/>
            <a:ext cx="676201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الليل (١)  •  كتاب التلاوة ص ٢٥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7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3403" y="1508760"/>
            <a:ext cx="760214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الليل (١)  •  كتاب التلاوة ص ٢٥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7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3925" y="1508760"/>
            <a:ext cx="778110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الثامن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الليل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١٢ – ٢١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«مَثَلُ الْمُؤْمِنِ الَّذِي يَقْرَأُ الْقُرْآنَ مَثَلُ الْأُتْرُجَّةِ: رِيحُهَا طَيِّبٌ، وَطَعْمُهَا طَيِّبٌ»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سورة الليل (٢)  •  الآيات ١٢ – ٢١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الليل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١٢ – ٢١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08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728500"/>
            <a:ext cx="8183880" cy="445256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الليل (٢)  •  كتاب التلاوة ص ٢٦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8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0366" y="1508760"/>
            <a:ext cx="88482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الليل (٢)  •  كتاب التلاوة ص 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8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2787" y="1508760"/>
            <a:ext cx="762337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الليل (٢)  •  كتاب التلاوة ص 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8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2457" y="1508760"/>
            <a:ext cx="764403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التاسع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الفجر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١٤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«لَا حَسَدَ إِلَّا فِي اثْنَتَيْنِ: رَجُلٌ آتَاهُ اللَّهُ الْقُرْآنَ فَهُوَ يَقُومُ بِهِ آنَاءَ اللَّيْلِ وَآنَاءَ النَّهَارِ، وَرَجُلٌ آتَاهُ اللَّهُ مَالًا فَهُوَ يُنْفِقُهُ آنَاءَ اللَّيْلِ وَآنَاءَ النَّهَارِ»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سورة الفجر (١)  •  الآيات ١ – ١٤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الفجر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١ – ١٤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09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734" y="1188720"/>
            <a:ext cx="8020492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الفجر (١)  •  كتاب التلاوة ص ٢٨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9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4698" y="1508760"/>
            <a:ext cx="741955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الفجر (١)  •  كتاب التلاوة ص 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9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1292" y="1508760"/>
            <a:ext cx="718636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الفجر (١)  •  كتاب التلاوة ص 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09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2889" y="1508760"/>
            <a:ext cx="792317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العاشر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الفجر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١٥ – ٢٠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«تَعَاهَدُوا هَذَا الْقُرْآنَ، فَوَالَّذِي نَفْسُ مُحَمَّدٍ بِيَدِهِ لَهُوَ أَشَدُّ تَفَلُّتًا مِنَ الْإِبِلِ فِي عُقُلِهَا»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عليه، واللفظ لمسلم)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سورة الفجر (٢)  •  الآيات ١٥ – ٢٠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الفجر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١٥ – ٢٠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10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540830"/>
            <a:ext cx="8183880" cy="48279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الفجر (٢)  •  كتاب التلاوة ص ٣٠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0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0652" y="1508760"/>
            <a:ext cx="764764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الفجر (٢)  •  كتاب التلاوة ص ٣١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0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3121" y="1508760"/>
            <a:ext cx="820271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الفجر (٢)  •  كتاب التلاوة ص ٣١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0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0423" y="1508760"/>
            <a:ext cx="7168106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الحادي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الفجر (٣)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٢١ – ٣٠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 لِلَّهِ أَهْلِينَ مِنَ النَّاسِ» قَالُوا: يَا رَسُولَ اللَّهِ، مَنْ هُمْ؟ قَالَ: «هُمْ أَهْلُ الْقُرْآنِ، أَهْلُ اللَّهِ وَخَاصَّتُهُ»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ابن ماجه وأحمد)</a:t>
            </a:r>
            <a:endParaRPr lang="en-US" sz="1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سورة الفجر (٣)  •  الآيات ٢١ – ٣٠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الفجر (٣)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الآيات ٢١ – ٣٠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11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734" y="1188720"/>
            <a:ext cx="8020492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الفجر (٣)  •  كتاب التلاوة ص ٣٢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1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5239" y="1508760"/>
            <a:ext cx="793847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الفجر (٣)  •  كتاب التلاوة ص ٣٣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1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2849" y="1508760"/>
            <a:ext cx="758325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الفجر (٣)  •  كتاب التلاوة ص ٣٣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1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7352" y="1508760"/>
            <a:ext cx="737424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الصف الثاني</dc:title>
  <dc:subject>PptxGenJS Presentation</dc:subject>
  <dc:creator>PptxGenJS</dc:creator>
  <cp:lastModifiedBy>PptxGenJS</cp:lastModifiedBy>
  <cp:revision>1</cp:revision>
  <dcterms:created xsi:type="dcterms:W3CDTF">2026-09-29T09:48:46Z</dcterms:created>
  <dcterms:modified xsi:type="dcterms:W3CDTF">2026-09-29T09:48:46Z</dcterms:modified>
</cp:coreProperties>
</file>